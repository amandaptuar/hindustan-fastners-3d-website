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41"/>
  </p:notesMasterIdLst>
  <p:handoutMasterIdLst>
    <p:handoutMasterId r:id="rId42"/>
  </p:handoutMasterIdLst>
  <p:sldIdLst>
    <p:sldId id="265" r:id="rId2"/>
    <p:sldId id="266" r:id="rId3"/>
    <p:sldId id="315" r:id="rId4"/>
    <p:sldId id="267" r:id="rId5"/>
    <p:sldId id="268" r:id="rId6"/>
    <p:sldId id="302" r:id="rId7"/>
    <p:sldId id="270" r:id="rId8"/>
    <p:sldId id="269" r:id="rId9"/>
    <p:sldId id="273" r:id="rId10"/>
    <p:sldId id="276" r:id="rId11"/>
    <p:sldId id="277" r:id="rId12"/>
    <p:sldId id="278" r:id="rId13"/>
    <p:sldId id="279" r:id="rId14"/>
    <p:sldId id="280" r:id="rId15"/>
    <p:sldId id="281" r:id="rId16"/>
    <p:sldId id="304" r:id="rId17"/>
    <p:sldId id="320" r:id="rId18"/>
    <p:sldId id="305" r:id="rId19"/>
    <p:sldId id="282" r:id="rId20"/>
    <p:sldId id="283" r:id="rId21"/>
    <p:sldId id="284" r:id="rId22"/>
    <p:sldId id="285" r:id="rId23"/>
    <p:sldId id="286" r:id="rId24"/>
    <p:sldId id="288" r:id="rId25"/>
    <p:sldId id="317" r:id="rId26"/>
    <p:sldId id="319" r:id="rId27"/>
    <p:sldId id="306" r:id="rId28"/>
    <p:sldId id="258" r:id="rId29"/>
    <p:sldId id="300" r:id="rId30"/>
    <p:sldId id="301" r:id="rId31"/>
    <p:sldId id="303" r:id="rId32"/>
    <p:sldId id="292" r:id="rId33"/>
    <p:sldId id="294" r:id="rId34"/>
    <p:sldId id="321" r:id="rId35"/>
    <p:sldId id="256" r:id="rId36"/>
    <p:sldId id="271" r:id="rId37"/>
    <p:sldId id="259" r:id="rId38"/>
    <p:sldId id="260" r:id="rId39"/>
    <p:sldId id="296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A9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-189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handoutMaster" Target="handoutMasters/handoutMaster1.xml"/><Relationship Id="rId43" Type="http://schemas.openxmlformats.org/officeDocument/2006/relationships/printerSettings" Target="printerSettings/printerSettings1.bin"/><Relationship Id="rId44" Type="http://schemas.openxmlformats.org/officeDocument/2006/relationships/presProps" Target="presProps.xml"/><Relationship Id="rId45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4" Type="http://schemas.openxmlformats.org/officeDocument/2006/relationships/image" Target="../media/image48.jpeg"/><Relationship Id="rId5" Type="http://schemas.openxmlformats.org/officeDocument/2006/relationships/image" Target="../media/image49.jpeg"/><Relationship Id="rId1" Type="http://schemas.openxmlformats.org/officeDocument/2006/relationships/image" Target="../media/image45.jpeg"/><Relationship Id="rId2" Type="http://schemas.openxmlformats.org/officeDocument/2006/relationships/image" Target="../media/image46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4" Type="http://schemas.openxmlformats.org/officeDocument/2006/relationships/image" Target="../media/image53.jpeg"/><Relationship Id="rId1" Type="http://schemas.openxmlformats.org/officeDocument/2006/relationships/image" Target="../media/image50.jpeg"/><Relationship Id="rId2" Type="http://schemas.openxmlformats.org/officeDocument/2006/relationships/image" Target="../media/image51.jpe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4" Type="http://schemas.openxmlformats.org/officeDocument/2006/relationships/image" Target="../media/image57.jpeg"/><Relationship Id="rId5" Type="http://schemas.openxmlformats.org/officeDocument/2006/relationships/image" Target="../media/image58.jpeg"/><Relationship Id="rId6" Type="http://schemas.openxmlformats.org/officeDocument/2006/relationships/image" Target="../media/image59.png"/><Relationship Id="rId1" Type="http://schemas.openxmlformats.org/officeDocument/2006/relationships/image" Target="../media/image54.jpeg"/><Relationship Id="rId2" Type="http://schemas.openxmlformats.org/officeDocument/2006/relationships/image" Target="../media/image55.jpe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4" Type="http://schemas.openxmlformats.org/officeDocument/2006/relationships/image" Target="../media/image63.jpeg"/><Relationship Id="rId1" Type="http://schemas.openxmlformats.org/officeDocument/2006/relationships/image" Target="../media/image60.jpeg"/><Relationship Id="rId2" Type="http://schemas.openxmlformats.org/officeDocument/2006/relationships/image" Target="../media/image61.jpe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4" Type="http://schemas.openxmlformats.org/officeDocument/2006/relationships/image" Target="../media/image67.png"/><Relationship Id="rId5" Type="http://schemas.openxmlformats.org/officeDocument/2006/relationships/image" Target="../media/image68.jpeg"/><Relationship Id="rId6" Type="http://schemas.openxmlformats.org/officeDocument/2006/relationships/image" Target="../media/image69.png"/><Relationship Id="rId1" Type="http://schemas.openxmlformats.org/officeDocument/2006/relationships/image" Target="../media/image64.png"/><Relationship Id="rId2" Type="http://schemas.openxmlformats.org/officeDocument/2006/relationships/image" Target="../media/image65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4" Type="http://schemas.openxmlformats.org/officeDocument/2006/relationships/image" Target="../media/image73.jpeg"/><Relationship Id="rId5" Type="http://schemas.openxmlformats.org/officeDocument/2006/relationships/image" Target="../media/image74.jpeg"/><Relationship Id="rId1" Type="http://schemas.openxmlformats.org/officeDocument/2006/relationships/image" Target="../media/image70.jpeg"/><Relationship Id="rId2" Type="http://schemas.openxmlformats.org/officeDocument/2006/relationships/image" Target="../media/image71.jpeg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76.jpe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77.jpe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1" Type="http://schemas.openxmlformats.org/officeDocument/2006/relationships/image" Target="../media/image78.jpeg"/><Relationship Id="rId2" Type="http://schemas.openxmlformats.org/officeDocument/2006/relationships/image" Target="../media/image79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4" Type="http://schemas.openxmlformats.org/officeDocument/2006/relationships/image" Target="../media/image86.jpeg"/><Relationship Id="rId5" Type="http://schemas.openxmlformats.org/officeDocument/2006/relationships/image" Target="../media/image87.png"/><Relationship Id="rId6" Type="http://schemas.openxmlformats.org/officeDocument/2006/relationships/image" Target="../media/image88.jpeg"/><Relationship Id="rId1" Type="http://schemas.openxmlformats.org/officeDocument/2006/relationships/image" Target="../media/image83.jpeg"/><Relationship Id="rId2" Type="http://schemas.openxmlformats.org/officeDocument/2006/relationships/image" Target="../media/image84.jpe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4" Type="http://schemas.openxmlformats.org/officeDocument/2006/relationships/image" Target="../media/image92.jpeg"/><Relationship Id="rId5" Type="http://schemas.openxmlformats.org/officeDocument/2006/relationships/image" Target="../media/image93.jpeg"/><Relationship Id="rId1" Type="http://schemas.openxmlformats.org/officeDocument/2006/relationships/image" Target="../media/image89.jpeg"/><Relationship Id="rId2" Type="http://schemas.openxmlformats.org/officeDocument/2006/relationships/image" Target="../media/image90.jpe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4" Type="http://schemas.openxmlformats.org/officeDocument/2006/relationships/image" Target="../media/image97.png"/><Relationship Id="rId1" Type="http://schemas.openxmlformats.org/officeDocument/2006/relationships/image" Target="../media/image94.jpeg"/><Relationship Id="rId2" Type="http://schemas.openxmlformats.org/officeDocument/2006/relationships/image" Target="../media/image95.png"/></Relationships>
</file>

<file path=ppt/diagrams/_rels/data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98.jpeg"/><Relationship Id="rId2" Type="http://schemas.openxmlformats.org/officeDocument/2006/relationships/image" Target="../media/image99.jpeg"/><Relationship Id="rId3" Type="http://schemas.openxmlformats.org/officeDocument/2006/relationships/image" Target="../media/image100.jpe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4" Type="http://schemas.openxmlformats.org/officeDocument/2006/relationships/image" Target="../media/image104.png"/><Relationship Id="rId1" Type="http://schemas.openxmlformats.org/officeDocument/2006/relationships/image" Target="../media/image101.png"/><Relationship Id="rId2" Type="http://schemas.openxmlformats.org/officeDocument/2006/relationships/image" Target="../media/image10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4" Type="http://schemas.openxmlformats.org/officeDocument/2006/relationships/image" Target="../media/image48.jpeg"/><Relationship Id="rId5" Type="http://schemas.openxmlformats.org/officeDocument/2006/relationships/image" Target="../media/image49.jpeg"/><Relationship Id="rId1" Type="http://schemas.openxmlformats.org/officeDocument/2006/relationships/image" Target="../media/image45.jpeg"/><Relationship Id="rId2" Type="http://schemas.openxmlformats.org/officeDocument/2006/relationships/image" Target="../media/image46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4" Type="http://schemas.openxmlformats.org/officeDocument/2006/relationships/image" Target="../media/image53.jpeg"/><Relationship Id="rId1" Type="http://schemas.openxmlformats.org/officeDocument/2006/relationships/image" Target="../media/image50.jpeg"/><Relationship Id="rId2" Type="http://schemas.openxmlformats.org/officeDocument/2006/relationships/image" Target="../media/image51.jpe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4" Type="http://schemas.openxmlformats.org/officeDocument/2006/relationships/image" Target="../media/image57.jpeg"/><Relationship Id="rId5" Type="http://schemas.openxmlformats.org/officeDocument/2006/relationships/image" Target="../media/image58.jpeg"/><Relationship Id="rId6" Type="http://schemas.openxmlformats.org/officeDocument/2006/relationships/image" Target="../media/image59.png"/><Relationship Id="rId1" Type="http://schemas.openxmlformats.org/officeDocument/2006/relationships/image" Target="../media/image54.jpeg"/><Relationship Id="rId2" Type="http://schemas.openxmlformats.org/officeDocument/2006/relationships/image" Target="../media/image55.jpe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4" Type="http://schemas.openxmlformats.org/officeDocument/2006/relationships/image" Target="../media/image63.jpeg"/><Relationship Id="rId1" Type="http://schemas.openxmlformats.org/officeDocument/2006/relationships/image" Target="../media/image60.jpeg"/><Relationship Id="rId2" Type="http://schemas.openxmlformats.org/officeDocument/2006/relationships/image" Target="../media/image61.jpe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4" Type="http://schemas.openxmlformats.org/officeDocument/2006/relationships/image" Target="../media/image67.png"/><Relationship Id="rId5" Type="http://schemas.openxmlformats.org/officeDocument/2006/relationships/image" Target="../media/image68.jpeg"/><Relationship Id="rId6" Type="http://schemas.openxmlformats.org/officeDocument/2006/relationships/image" Target="../media/image69.png"/><Relationship Id="rId1" Type="http://schemas.openxmlformats.org/officeDocument/2006/relationships/image" Target="../media/image64.png"/><Relationship Id="rId2" Type="http://schemas.openxmlformats.org/officeDocument/2006/relationships/image" Target="../media/image65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4" Type="http://schemas.openxmlformats.org/officeDocument/2006/relationships/image" Target="../media/image73.jpeg"/><Relationship Id="rId5" Type="http://schemas.openxmlformats.org/officeDocument/2006/relationships/image" Target="../media/image74.jpeg"/><Relationship Id="rId1" Type="http://schemas.openxmlformats.org/officeDocument/2006/relationships/image" Target="../media/image70.jpeg"/><Relationship Id="rId2" Type="http://schemas.openxmlformats.org/officeDocument/2006/relationships/image" Target="../media/image71.jpe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76.jpeg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77.jpe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1" Type="http://schemas.openxmlformats.org/officeDocument/2006/relationships/image" Target="../media/image78.jpeg"/><Relationship Id="rId2" Type="http://schemas.openxmlformats.org/officeDocument/2006/relationships/image" Target="../media/image79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4" Type="http://schemas.openxmlformats.org/officeDocument/2006/relationships/image" Target="../media/image86.jpeg"/><Relationship Id="rId5" Type="http://schemas.openxmlformats.org/officeDocument/2006/relationships/image" Target="../media/image87.png"/><Relationship Id="rId6" Type="http://schemas.openxmlformats.org/officeDocument/2006/relationships/image" Target="../media/image88.jpeg"/><Relationship Id="rId1" Type="http://schemas.openxmlformats.org/officeDocument/2006/relationships/image" Target="../media/image83.jpeg"/><Relationship Id="rId2" Type="http://schemas.openxmlformats.org/officeDocument/2006/relationships/image" Target="../media/image84.jpe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4" Type="http://schemas.openxmlformats.org/officeDocument/2006/relationships/image" Target="../media/image92.jpeg"/><Relationship Id="rId5" Type="http://schemas.openxmlformats.org/officeDocument/2006/relationships/image" Target="../media/image93.jpeg"/><Relationship Id="rId1" Type="http://schemas.openxmlformats.org/officeDocument/2006/relationships/image" Target="../media/image89.jpeg"/><Relationship Id="rId2" Type="http://schemas.openxmlformats.org/officeDocument/2006/relationships/image" Target="../media/image90.jpe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4" Type="http://schemas.openxmlformats.org/officeDocument/2006/relationships/image" Target="../media/image97.png"/><Relationship Id="rId1" Type="http://schemas.openxmlformats.org/officeDocument/2006/relationships/image" Target="../media/image94.jpeg"/><Relationship Id="rId2" Type="http://schemas.openxmlformats.org/officeDocument/2006/relationships/image" Target="../media/image95.png"/></Relationships>
</file>

<file path=ppt/diagrams/_rels/drawing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98.jpeg"/><Relationship Id="rId2" Type="http://schemas.openxmlformats.org/officeDocument/2006/relationships/image" Target="../media/image99.jpeg"/><Relationship Id="rId3" Type="http://schemas.openxmlformats.org/officeDocument/2006/relationships/image" Target="../media/image100.jpe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4" Type="http://schemas.openxmlformats.org/officeDocument/2006/relationships/image" Target="../media/image104.png"/><Relationship Id="rId1" Type="http://schemas.openxmlformats.org/officeDocument/2006/relationships/image" Target="../media/image101.png"/><Relationship Id="rId2" Type="http://schemas.openxmlformats.org/officeDocument/2006/relationships/image" Target="../media/image10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2A379C-0F2D-4C4B-83B2-0777C8004A18}" type="doc">
      <dgm:prSet loTypeId="urn:microsoft.com/office/officeart/2005/8/layout/matrix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CFA166-51FA-D540-8973-A58DDC51970E}">
      <dgm:prSet phldrT="[Text]"/>
      <dgm:spPr/>
      <dgm:t>
        <a:bodyPr/>
        <a:lstStyle/>
        <a:p>
          <a:r>
            <a:rPr lang="en-US" dirty="0" smtClean="0"/>
            <a:t>Value</a:t>
          </a:r>
          <a:endParaRPr lang="en-US" dirty="0"/>
        </a:p>
      </dgm:t>
    </dgm:pt>
    <dgm:pt modelId="{889BEA55-D2D1-624C-ACD7-92B916B51B06}" type="parTrans" cxnId="{22555658-340C-4C4E-8B52-40E7E286DE0A}">
      <dgm:prSet/>
      <dgm:spPr/>
      <dgm:t>
        <a:bodyPr/>
        <a:lstStyle/>
        <a:p>
          <a:endParaRPr lang="en-US"/>
        </a:p>
      </dgm:t>
    </dgm:pt>
    <dgm:pt modelId="{FADADB7E-6386-9F4F-B007-0BA713548788}" type="sibTrans" cxnId="{22555658-340C-4C4E-8B52-40E7E286DE0A}">
      <dgm:prSet/>
      <dgm:spPr/>
      <dgm:t>
        <a:bodyPr/>
        <a:lstStyle/>
        <a:p>
          <a:endParaRPr lang="en-US"/>
        </a:p>
      </dgm:t>
    </dgm:pt>
    <dgm:pt modelId="{5219EF0C-3E55-F94F-9221-E977AB325C1F}">
      <dgm:prSet phldrT="[Text]"/>
      <dgm:spPr/>
      <dgm:t>
        <a:bodyPr/>
        <a:lstStyle/>
        <a:p>
          <a:r>
            <a:rPr lang="en-US" dirty="0" smtClean="0"/>
            <a:t>Service</a:t>
          </a:r>
          <a:endParaRPr lang="en-US" dirty="0"/>
        </a:p>
      </dgm:t>
    </dgm:pt>
    <dgm:pt modelId="{4D7D6AA6-0F59-F64E-ACAC-FF9DE022FD0E}" type="parTrans" cxnId="{1CCED81D-8D0A-4240-8A38-A710EE586803}">
      <dgm:prSet/>
      <dgm:spPr/>
      <dgm:t>
        <a:bodyPr/>
        <a:lstStyle/>
        <a:p>
          <a:endParaRPr lang="en-US"/>
        </a:p>
      </dgm:t>
    </dgm:pt>
    <dgm:pt modelId="{45968D1A-51B3-7045-AD41-C43D42723303}" type="sibTrans" cxnId="{1CCED81D-8D0A-4240-8A38-A710EE586803}">
      <dgm:prSet/>
      <dgm:spPr/>
      <dgm:t>
        <a:bodyPr/>
        <a:lstStyle/>
        <a:p>
          <a:endParaRPr lang="en-US"/>
        </a:p>
      </dgm:t>
    </dgm:pt>
    <dgm:pt modelId="{57D8978B-54DA-D54E-BC7E-05BC3F0A559C}">
      <dgm:prSet phldrT="[Text]"/>
      <dgm:spPr/>
      <dgm:t>
        <a:bodyPr/>
        <a:lstStyle/>
        <a:p>
          <a:r>
            <a:rPr lang="en-US" dirty="0" smtClean="0"/>
            <a:t>Quality</a:t>
          </a:r>
          <a:endParaRPr lang="en-US" dirty="0"/>
        </a:p>
      </dgm:t>
    </dgm:pt>
    <dgm:pt modelId="{D8096B6E-FB8A-5F45-83AB-F13BAF8B5B18}" type="parTrans" cxnId="{80741879-7E54-A549-A167-5D2FCE0207E4}">
      <dgm:prSet/>
      <dgm:spPr/>
      <dgm:t>
        <a:bodyPr/>
        <a:lstStyle/>
        <a:p>
          <a:endParaRPr lang="en-US"/>
        </a:p>
      </dgm:t>
    </dgm:pt>
    <dgm:pt modelId="{42F5BA04-19F7-EA4D-A887-AC114CD51313}" type="sibTrans" cxnId="{80741879-7E54-A549-A167-5D2FCE0207E4}">
      <dgm:prSet/>
      <dgm:spPr/>
      <dgm:t>
        <a:bodyPr/>
        <a:lstStyle/>
        <a:p>
          <a:endParaRPr lang="en-US"/>
        </a:p>
      </dgm:t>
    </dgm:pt>
    <dgm:pt modelId="{EE3F974D-703A-6444-BF21-B0288698491D}">
      <dgm:prSet phldrT="[Text]"/>
      <dgm:spPr/>
      <dgm:t>
        <a:bodyPr/>
        <a:lstStyle/>
        <a:p>
          <a:r>
            <a:rPr lang="en-US" dirty="0" smtClean="0"/>
            <a:t>Team</a:t>
          </a:r>
          <a:endParaRPr lang="en-US" dirty="0"/>
        </a:p>
      </dgm:t>
    </dgm:pt>
    <dgm:pt modelId="{16BBFB6D-53DB-5340-A4BF-82A232520F71}" type="parTrans" cxnId="{F40CECD8-74C8-244B-9E26-C376F67D2D3A}">
      <dgm:prSet/>
      <dgm:spPr/>
      <dgm:t>
        <a:bodyPr/>
        <a:lstStyle/>
        <a:p>
          <a:endParaRPr lang="en-US"/>
        </a:p>
      </dgm:t>
    </dgm:pt>
    <dgm:pt modelId="{5EA7DDF6-7B3E-E545-83EE-2EAC319116E3}" type="sibTrans" cxnId="{F40CECD8-74C8-244B-9E26-C376F67D2D3A}">
      <dgm:prSet/>
      <dgm:spPr/>
      <dgm:t>
        <a:bodyPr/>
        <a:lstStyle/>
        <a:p>
          <a:endParaRPr lang="en-US"/>
        </a:p>
      </dgm:t>
    </dgm:pt>
    <dgm:pt modelId="{2C1A2A59-098C-FC4E-8494-DD04F9B18F50}" type="pres">
      <dgm:prSet presAssocID="{132A379C-0F2D-4C4B-83B2-0777C8004A18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203A593-F204-B741-93D2-50367F92B051}" type="pres">
      <dgm:prSet presAssocID="{132A379C-0F2D-4C4B-83B2-0777C8004A18}" presName="diamond" presStyleLbl="bgShp" presStyleIdx="0" presStyleCnt="1"/>
      <dgm:spPr/>
    </dgm:pt>
    <dgm:pt modelId="{FB7D513C-CCDA-7441-B4EF-6B0CB97EB4E8}" type="pres">
      <dgm:prSet presAssocID="{132A379C-0F2D-4C4B-83B2-0777C8004A18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B17DA8-9131-AB43-B1B1-DEE4AB6C3D23}" type="pres">
      <dgm:prSet presAssocID="{132A379C-0F2D-4C4B-83B2-0777C8004A18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1771FA-3015-2A48-8C1C-8DAF299DF40D}" type="pres">
      <dgm:prSet presAssocID="{132A379C-0F2D-4C4B-83B2-0777C8004A18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530AAC-1673-3E49-BC7C-220819C51835}" type="pres">
      <dgm:prSet presAssocID="{132A379C-0F2D-4C4B-83B2-0777C8004A18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22A778-315F-F442-B257-8CBF2F25993F}" type="presOf" srcId="{57D8978B-54DA-D54E-BC7E-05BC3F0A559C}" destId="{001771FA-3015-2A48-8C1C-8DAF299DF40D}" srcOrd="0" destOrd="0" presId="urn:microsoft.com/office/officeart/2005/8/layout/matrix3"/>
    <dgm:cxn modelId="{80741879-7E54-A549-A167-5D2FCE0207E4}" srcId="{132A379C-0F2D-4C4B-83B2-0777C8004A18}" destId="{57D8978B-54DA-D54E-BC7E-05BC3F0A559C}" srcOrd="2" destOrd="0" parTransId="{D8096B6E-FB8A-5F45-83AB-F13BAF8B5B18}" sibTransId="{42F5BA04-19F7-EA4D-A887-AC114CD51313}"/>
    <dgm:cxn modelId="{F40CECD8-74C8-244B-9E26-C376F67D2D3A}" srcId="{132A379C-0F2D-4C4B-83B2-0777C8004A18}" destId="{EE3F974D-703A-6444-BF21-B0288698491D}" srcOrd="3" destOrd="0" parTransId="{16BBFB6D-53DB-5340-A4BF-82A232520F71}" sibTransId="{5EA7DDF6-7B3E-E545-83EE-2EAC319116E3}"/>
    <dgm:cxn modelId="{8103D5C4-3E5D-9046-870D-0FE3772BD6C8}" type="presOf" srcId="{EE3F974D-703A-6444-BF21-B0288698491D}" destId="{CF530AAC-1673-3E49-BC7C-220819C51835}" srcOrd="0" destOrd="0" presId="urn:microsoft.com/office/officeart/2005/8/layout/matrix3"/>
    <dgm:cxn modelId="{1CCED81D-8D0A-4240-8A38-A710EE586803}" srcId="{132A379C-0F2D-4C4B-83B2-0777C8004A18}" destId="{5219EF0C-3E55-F94F-9221-E977AB325C1F}" srcOrd="1" destOrd="0" parTransId="{4D7D6AA6-0F59-F64E-ACAC-FF9DE022FD0E}" sibTransId="{45968D1A-51B3-7045-AD41-C43D42723303}"/>
    <dgm:cxn modelId="{7B5732BD-CD44-904E-BE3A-67F17FD85DDF}" type="presOf" srcId="{5219EF0C-3E55-F94F-9221-E977AB325C1F}" destId="{92B17DA8-9131-AB43-B1B1-DEE4AB6C3D23}" srcOrd="0" destOrd="0" presId="urn:microsoft.com/office/officeart/2005/8/layout/matrix3"/>
    <dgm:cxn modelId="{9989D15D-7129-3D4C-B28F-DDDFCE15FB65}" type="presOf" srcId="{132A379C-0F2D-4C4B-83B2-0777C8004A18}" destId="{2C1A2A59-098C-FC4E-8494-DD04F9B18F50}" srcOrd="0" destOrd="0" presId="urn:microsoft.com/office/officeart/2005/8/layout/matrix3"/>
    <dgm:cxn modelId="{162D2EC6-43BC-AA49-852A-420C0D22CEC7}" type="presOf" srcId="{14CFA166-51FA-D540-8973-A58DDC51970E}" destId="{FB7D513C-CCDA-7441-B4EF-6B0CB97EB4E8}" srcOrd="0" destOrd="0" presId="urn:microsoft.com/office/officeart/2005/8/layout/matrix3"/>
    <dgm:cxn modelId="{22555658-340C-4C4E-8B52-40E7E286DE0A}" srcId="{132A379C-0F2D-4C4B-83B2-0777C8004A18}" destId="{14CFA166-51FA-D540-8973-A58DDC51970E}" srcOrd="0" destOrd="0" parTransId="{889BEA55-D2D1-624C-ACD7-92B916B51B06}" sibTransId="{FADADB7E-6386-9F4F-B007-0BA713548788}"/>
    <dgm:cxn modelId="{8DCCE652-276C-A147-8411-128F0BB0343D}" type="presParOf" srcId="{2C1A2A59-098C-FC4E-8494-DD04F9B18F50}" destId="{E203A593-F204-B741-93D2-50367F92B051}" srcOrd="0" destOrd="0" presId="urn:microsoft.com/office/officeart/2005/8/layout/matrix3"/>
    <dgm:cxn modelId="{D25E2E57-924B-D845-8269-4D283CC569B7}" type="presParOf" srcId="{2C1A2A59-098C-FC4E-8494-DD04F9B18F50}" destId="{FB7D513C-CCDA-7441-B4EF-6B0CB97EB4E8}" srcOrd="1" destOrd="0" presId="urn:microsoft.com/office/officeart/2005/8/layout/matrix3"/>
    <dgm:cxn modelId="{F4E889FF-EC60-C64C-A545-EB42B91646D5}" type="presParOf" srcId="{2C1A2A59-098C-FC4E-8494-DD04F9B18F50}" destId="{92B17DA8-9131-AB43-B1B1-DEE4AB6C3D23}" srcOrd="2" destOrd="0" presId="urn:microsoft.com/office/officeart/2005/8/layout/matrix3"/>
    <dgm:cxn modelId="{61B76B01-2DA6-0044-91D2-8BAC0728E7A6}" type="presParOf" srcId="{2C1A2A59-098C-FC4E-8494-DD04F9B18F50}" destId="{001771FA-3015-2A48-8C1C-8DAF299DF40D}" srcOrd="3" destOrd="0" presId="urn:microsoft.com/office/officeart/2005/8/layout/matrix3"/>
    <dgm:cxn modelId="{C3363CD2-DF70-3745-B9F4-039287C72A65}" type="presParOf" srcId="{2C1A2A59-098C-FC4E-8494-DD04F9B18F50}" destId="{CF530AAC-1673-3E49-BC7C-220819C5183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E0F13B-57D2-6C4C-AE5C-7619C74559E4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38599-5A4B-DB4F-9DF1-6D4600A6DDCC}">
      <dgm:prSet phldrT="[Text]"/>
      <dgm:spPr/>
      <dgm:t>
        <a:bodyPr/>
        <a:lstStyle/>
        <a:p>
          <a:r>
            <a:rPr lang="en-US" dirty="0" smtClean="0"/>
            <a:t>Hex Bolts</a:t>
          </a:r>
        </a:p>
      </dgm:t>
    </dgm:pt>
    <dgm:pt modelId="{475F5E47-17F4-3F4D-9F60-5439013E34F6}" type="parTrans" cxnId="{0EC63548-0BD0-8743-9BD5-79D6FE9769ED}">
      <dgm:prSet/>
      <dgm:spPr/>
      <dgm:t>
        <a:bodyPr/>
        <a:lstStyle/>
        <a:p>
          <a:endParaRPr lang="en-US"/>
        </a:p>
      </dgm:t>
    </dgm:pt>
    <dgm:pt modelId="{52C92615-BE6C-E548-A6B6-92FB04555055}" type="sibTrans" cxnId="{0EC63548-0BD0-8743-9BD5-79D6FE9769ED}">
      <dgm:prSet/>
      <dgm:spPr/>
      <dgm:t>
        <a:bodyPr/>
        <a:lstStyle/>
        <a:p>
          <a:endParaRPr lang="en-US"/>
        </a:p>
      </dgm:t>
    </dgm:pt>
    <dgm:pt modelId="{A75283A9-FD96-B84F-A19A-0937E5210E2D}" type="pres">
      <dgm:prSet presAssocID="{34E0F13B-57D2-6C4C-AE5C-7619C74559E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0B95BD7-429C-6941-B2C9-27551B2173AA}" type="pres">
      <dgm:prSet presAssocID="{EA238599-5A4B-DB4F-9DF1-6D4600A6DDCC}" presName="compNode" presStyleCnt="0"/>
      <dgm:spPr/>
    </dgm:pt>
    <dgm:pt modelId="{78949FC9-EC13-3B40-A768-13CB44D144AC}" type="pres">
      <dgm:prSet presAssocID="{EA238599-5A4B-DB4F-9DF1-6D4600A6DDCC}" presName="pictRect" presStyleLbl="node1" presStyleIdx="0" presStyleCnt="1" custAng="0" custScaleX="155827" custScaleY="146343" custLinFactNeighborX="-5131" custLinFactNeighborY="-5012"/>
      <dgm:spPr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35ABCA77-F758-124B-99A8-BB13AFFD182E}" type="pres">
      <dgm:prSet presAssocID="{EA238599-5A4B-DB4F-9DF1-6D4600A6DDCC}" presName="textRect" presStyleLbl="revTx" presStyleIdx="0" presStyleCnt="1" custScaleX="86755" custScaleY="4299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C63548-0BD0-8743-9BD5-79D6FE9769ED}" srcId="{34E0F13B-57D2-6C4C-AE5C-7619C74559E4}" destId="{EA238599-5A4B-DB4F-9DF1-6D4600A6DDCC}" srcOrd="0" destOrd="0" parTransId="{475F5E47-17F4-3F4D-9F60-5439013E34F6}" sibTransId="{52C92615-BE6C-E548-A6B6-92FB04555055}"/>
    <dgm:cxn modelId="{21539338-D869-BC49-8FB5-A36478EBD13D}" type="presOf" srcId="{EA238599-5A4B-DB4F-9DF1-6D4600A6DDCC}" destId="{35ABCA77-F758-124B-99A8-BB13AFFD182E}" srcOrd="0" destOrd="0" presId="urn:microsoft.com/office/officeart/2005/8/layout/pList1"/>
    <dgm:cxn modelId="{93B32FB5-82B4-AC4F-8AE6-0DD61617EEBE}" type="presOf" srcId="{34E0F13B-57D2-6C4C-AE5C-7619C74559E4}" destId="{A75283A9-FD96-B84F-A19A-0937E5210E2D}" srcOrd="0" destOrd="0" presId="urn:microsoft.com/office/officeart/2005/8/layout/pList1"/>
    <dgm:cxn modelId="{80F219D5-BBD9-1E4B-8209-0B73D910BF3E}" type="presParOf" srcId="{A75283A9-FD96-B84F-A19A-0937E5210E2D}" destId="{40B95BD7-429C-6941-B2C9-27551B2173AA}" srcOrd="0" destOrd="0" presId="urn:microsoft.com/office/officeart/2005/8/layout/pList1"/>
    <dgm:cxn modelId="{027C6F1B-970F-2048-B9DA-20DFFE98BE3E}" type="presParOf" srcId="{40B95BD7-429C-6941-B2C9-27551B2173AA}" destId="{78949FC9-EC13-3B40-A768-13CB44D144AC}" srcOrd="0" destOrd="0" presId="urn:microsoft.com/office/officeart/2005/8/layout/pList1"/>
    <dgm:cxn modelId="{81977C7A-CF2F-7D4B-856E-666DEC768079}" type="presParOf" srcId="{40B95BD7-429C-6941-B2C9-27551B2173AA}" destId="{35ABCA77-F758-124B-99A8-BB13AFFD182E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1BDD5A-8FDB-C042-BC48-B24AB5F0EE67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CB0DD7-CB85-6540-A234-2B8166102E8D}">
      <dgm:prSet phldrT="[Text]"/>
      <dgm:spPr/>
      <dgm:t>
        <a:bodyPr/>
        <a:lstStyle/>
        <a:p>
          <a:r>
            <a:rPr lang="en-US" dirty="0" smtClean="0"/>
            <a:t>Banjo Bolts</a:t>
          </a:r>
        </a:p>
      </dgm:t>
    </dgm:pt>
    <dgm:pt modelId="{54328C71-E115-494C-8AD8-2C8D4AAC47A5}" type="parTrans" cxnId="{03320E33-831E-3C47-AC37-10A851A6C7B1}">
      <dgm:prSet/>
      <dgm:spPr/>
      <dgm:t>
        <a:bodyPr/>
        <a:lstStyle/>
        <a:p>
          <a:endParaRPr lang="en-US"/>
        </a:p>
      </dgm:t>
    </dgm:pt>
    <dgm:pt modelId="{6AE15C6E-3D23-7E46-8899-655938ED81C5}" type="sibTrans" cxnId="{03320E33-831E-3C47-AC37-10A851A6C7B1}">
      <dgm:prSet/>
      <dgm:spPr/>
      <dgm:t>
        <a:bodyPr/>
        <a:lstStyle/>
        <a:p>
          <a:endParaRPr lang="en-US"/>
        </a:p>
      </dgm:t>
    </dgm:pt>
    <dgm:pt modelId="{C5E6BBBC-79DA-3D43-8799-3AAD9ADA8E1A}">
      <dgm:prSet phldrT="[Text]"/>
      <dgm:spPr/>
      <dgm:t>
        <a:bodyPr/>
        <a:lstStyle/>
        <a:p>
          <a:r>
            <a:rPr lang="en-US" dirty="0" smtClean="0"/>
            <a:t>Rocker Arm Bolts</a:t>
          </a:r>
        </a:p>
        <a:p>
          <a:endParaRPr lang="en-US" dirty="0"/>
        </a:p>
      </dgm:t>
    </dgm:pt>
    <dgm:pt modelId="{97204C9B-2228-E944-9591-D52114646F70}" type="parTrans" cxnId="{96939589-C67F-3B42-AF02-B56B6DBBFFFF}">
      <dgm:prSet/>
      <dgm:spPr/>
      <dgm:t>
        <a:bodyPr/>
        <a:lstStyle/>
        <a:p>
          <a:endParaRPr lang="en-US"/>
        </a:p>
      </dgm:t>
    </dgm:pt>
    <dgm:pt modelId="{5399952B-52F1-6140-AD5A-BA4693139186}" type="sibTrans" cxnId="{96939589-C67F-3B42-AF02-B56B6DBBFFFF}">
      <dgm:prSet/>
      <dgm:spPr/>
      <dgm:t>
        <a:bodyPr/>
        <a:lstStyle/>
        <a:p>
          <a:endParaRPr lang="en-US"/>
        </a:p>
      </dgm:t>
    </dgm:pt>
    <dgm:pt modelId="{8B8CAB4D-AB79-694A-9C30-E37CD8EDC4F1}">
      <dgm:prSet phldrT="[Text]"/>
      <dgm:spPr/>
      <dgm:t>
        <a:bodyPr/>
        <a:lstStyle/>
        <a:p>
          <a:r>
            <a:rPr lang="en-US" dirty="0" smtClean="0"/>
            <a:t>Pivot Bolts</a:t>
          </a:r>
        </a:p>
        <a:p>
          <a:endParaRPr lang="en-US" dirty="0"/>
        </a:p>
      </dgm:t>
    </dgm:pt>
    <dgm:pt modelId="{55FE4271-40AC-EA46-8873-E61E94C64EF7}" type="parTrans" cxnId="{C4398D16-D4E2-5E46-BCF7-594085F8319B}">
      <dgm:prSet/>
      <dgm:spPr/>
      <dgm:t>
        <a:bodyPr/>
        <a:lstStyle/>
        <a:p>
          <a:endParaRPr lang="en-US"/>
        </a:p>
      </dgm:t>
    </dgm:pt>
    <dgm:pt modelId="{BD905F90-9050-3244-B9D0-31754103C705}" type="sibTrans" cxnId="{C4398D16-D4E2-5E46-BCF7-594085F8319B}">
      <dgm:prSet/>
      <dgm:spPr/>
      <dgm:t>
        <a:bodyPr/>
        <a:lstStyle/>
        <a:p>
          <a:endParaRPr lang="en-US"/>
        </a:p>
      </dgm:t>
    </dgm:pt>
    <dgm:pt modelId="{E903E147-614E-0F4B-9413-2CA53D638E92}">
      <dgm:prSet phldrT="[Text]"/>
      <dgm:spPr/>
      <dgm:t>
        <a:bodyPr/>
        <a:lstStyle/>
        <a:p>
          <a:r>
            <a:rPr lang="en-US" dirty="0" smtClean="0"/>
            <a:t>U Bolts</a:t>
          </a:r>
          <a:endParaRPr lang="en-US" dirty="0"/>
        </a:p>
      </dgm:t>
    </dgm:pt>
    <dgm:pt modelId="{1ADBCFDA-EE22-724C-90C4-BB35E1F86DB7}" type="sibTrans" cxnId="{5010EE7D-B29C-C64C-A93D-AAB9FB9EA93D}">
      <dgm:prSet/>
      <dgm:spPr/>
      <dgm:t>
        <a:bodyPr/>
        <a:lstStyle/>
        <a:p>
          <a:endParaRPr lang="en-US"/>
        </a:p>
      </dgm:t>
    </dgm:pt>
    <dgm:pt modelId="{CAD8B673-EFE7-C249-9866-EE95DAA29872}" type="parTrans" cxnId="{5010EE7D-B29C-C64C-A93D-AAB9FB9EA93D}">
      <dgm:prSet/>
      <dgm:spPr/>
      <dgm:t>
        <a:bodyPr/>
        <a:lstStyle/>
        <a:p>
          <a:endParaRPr lang="en-US"/>
        </a:p>
      </dgm:t>
    </dgm:pt>
    <dgm:pt modelId="{EABFB034-3E9E-A94D-BD13-9DD14E74CEA7}">
      <dgm:prSet phldrT="[Text]"/>
      <dgm:spPr/>
      <dgm:t>
        <a:bodyPr/>
        <a:lstStyle/>
        <a:p>
          <a:r>
            <a:rPr lang="en-US" dirty="0" smtClean="0"/>
            <a:t>Position Screws</a:t>
          </a:r>
        </a:p>
      </dgm:t>
    </dgm:pt>
    <dgm:pt modelId="{1752F535-6C99-BD40-B80F-B92BD971483C}" type="parTrans" cxnId="{8862F3C6-252D-924C-BBC2-7B3DC1E6486A}">
      <dgm:prSet/>
      <dgm:spPr/>
      <dgm:t>
        <a:bodyPr/>
        <a:lstStyle/>
        <a:p>
          <a:endParaRPr lang="en-US"/>
        </a:p>
      </dgm:t>
    </dgm:pt>
    <dgm:pt modelId="{456AF9DA-DBC6-FF45-80D3-EDE6531AC976}" type="sibTrans" cxnId="{8862F3C6-252D-924C-BBC2-7B3DC1E6486A}">
      <dgm:prSet/>
      <dgm:spPr/>
      <dgm:t>
        <a:bodyPr/>
        <a:lstStyle/>
        <a:p>
          <a:endParaRPr lang="en-US"/>
        </a:p>
      </dgm:t>
    </dgm:pt>
    <dgm:pt modelId="{016FD6B0-684B-BB42-A9B4-8AD9CD7400CD}" type="pres">
      <dgm:prSet presAssocID="{791BDD5A-8FDB-C042-BC48-B24AB5F0EE6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3F10B1A-402B-4E46-BF3A-0B96C301088C}" type="pres">
      <dgm:prSet presAssocID="{39CB0DD7-CB85-6540-A234-2B8166102E8D}" presName="compNode" presStyleCnt="0"/>
      <dgm:spPr/>
    </dgm:pt>
    <dgm:pt modelId="{9EE18B26-F15F-0B4F-9C1C-F4FEE6CD9A1F}" type="pres">
      <dgm:prSet presAssocID="{39CB0DD7-CB85-6540-A234-2B8166102E8D}" presName="pictRect" presStyleLbl="node1" presStyleIdx="0" presStyleCnt="5" custScaleX="219601" custScaleY="203365" custLinFactNeighborX="-179" custLinFactNeighborY="-29076"/>
      <dgm:spPr>
        <a:blipFill dpi="0"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C78636E-1CB3-F947-A624-B6E11738B607}" type="pres">
      <dgm:prSet presAssocID="{39CB0DD7-CB85-6540-A234-2B8166102E8D}" presName="textRect" presStyleLbl="revTx" presStyleIdx="0" presStyleCnt="5" custLinFactNeighborX="-18144" custLinFactNeighborY="436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9E44E3-C4CE-8445-BD5D-B134CA04124D}" type="pres">
      <dgm:prSet presAssocID="{6AE15C6E-3D23-7E46-8899-655938ED81C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C419CD8-0375-EF48-B7D5-008D11FB7F69}" type="pres">
      <dgm:prSet presAssocID="{C5E6BBBC-79DA-3D43-8799-3AAD9ADA8E1A}" presName="compNode" presStyleCnt="0"/>
      <dgm:spPr/>
    </dgm:pt>
    <dgm:pt modelId="{0D4DA241-08F0-B741-9A3E-1AD064296BDA}" type="pres">
      <dgm:prSet presAssocID="{C5E6BBBC-79DA-3D43-8799-3AAD9ADA8E1A}" presName="pictRect" presStyleLbl="node1" presStyleIdx="1" presStyleCnt="5" custScaleX="195995" custScaleY="194605" custLinFactNeighborX="-5395" custLinFactNeighborY="-36786"/>
      <dgm:spPr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446"/>
          </a:stretch>
        </a:blipFill>
      </dgm:spPr>
      <dgm:t>
        <a:bodyPr/>
        <a:lstStyle/>
        <a:p>
          <a:endParaRPr lang="en-US"/>
        </a:p>
      </dgm:t>
    </dgm:pt>
    <dgm:pt modelId="{39FDE1B9-96EC-F34F-97B0-3044B32D2E9B}" type="pres">
      <dgm:prSet presAssocID="{C5E6BBBC-79DA-3D43-8799-3AAD9ADA8E1A}" presName="textRect" presStyleLbl="revTx" presStyleIdx="1" presStyleCnt="5" custLinFactNeighborX="-7755" custLinFactNeighborY="271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0602E9-B8D2-B24F-B964-690CD8B06B5D}" type="pres">
      <dgm:prSet presAssocID="{5399952B-52F1-6140-AD5A-BA469313918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9488822-C24F-A24F-87D7-BD4CA2212BA4}" type="pres">
      <dgm:prSet presAssocID="{8B8CAB4D-AB79-694A-9C30-E37CD8EDC4F1}" presName="compNode" presStyleCnt="0"/>
      <dgm:spPr/>
    </dgm:pt>
    <dgm:pt modelId="{17BEAF1F-FD0C-6449-A32E-F51F7AD63037}" type="pres">
      <dgm:prSet presAssocID="{8B8CAB4D-AB79-694A-9C30-E37CD8EDC4F1}" presName="pictRect" presStyleLbl="node1" presStyleIdx="2" presStyleCnt="5" custScaleX="152654" custScaleY="160582" custLinFactNeighborX="-60795" custLinFactNeighborY="4797"/>
      <dgm:spPr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3172BFBC-E11E-E648-956C-113C4D738ED9}" type="pres">
      <dgm:prSet presAssocID="{8B8CAB4D-AB79-694A-9C30-E37CD8EDC4F1}" presName="textRect" presStyleLbl="revTx" presStyleIdx="2" presStyleCnt="5" custScaleX="113074" custScaleY="104491" custLinFactNeighborX="-69175" custLinFactNeighborY="642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563358-76E0-8447-9BB0-3203896A279B}" type="pres">
      <dgm:prSet presAssocID="{BD905F90-9050-3244-B9D0-31754103C70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FF08663-46C0-0340-BC4C-0AF07F938863}" type="pres">
      <dgm:prSet presAssocID="{E903E147-614E-0F4B-9413-2CA53D638E92}" presName="compNode" presStyleCnt="0"/>
      <dgm:spPr/>
    </dgm:pt>
    <dgm:pt modelId="{CF02E994-AD3E-6E49-827B-7834BF0B1156}" type="pres">
      <dgm:prSet presAssocID="{E903E147-614E-0F4B-9413-2CA53D638E92}" presName="pictRect" presStyleLbl="node1" presStyleIdx="3" presStyleCnt="5" custScaleX="134104" custScaleY="143168" custLinFactNeighborX="-7971" custLinFactNeighborY="10878"/>
      <dgm:spPr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C91C84D-3155-C348-9962-A1A80A417740}" type="pres">
      <dgm:prSet presAssocID="{E903E147-614E-0F4B-9413-2CA53D638E92}" presName="textRect" presStyleLbl="revTx" presStyleIdx="3" presStyleCnt="5" custLinFactNeighborX="-9810" custLinFactNeighborY="506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24275B-10BA-D047-BDF0-CBBF991B9D5A}" type="pres">
      <dgm:prSet presAssocID="{1ADBCFDA-EE22-724C-90C4-BB35E1F86DB7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BDE0AFC-B622-0C41-B03A-7E4FF6EE32BA}" type="pres">
      <dgm:prSet presAssocID="{EABFB034-3E9E-A94D-BD13-9DD14E74CEA7}" presName="compNode" presStyleCnt="0"/>
      <dgm:spPr/>
    </dgm:pt>
    <dgm:pt modelId="{60558ED1-DF43-3A49-A98A-A823DC950E4D}" type="pres">
      <dgm:prSet presAssocID="{EABFB034-3E9E-A94D-BD13-9DD14E74CEA7}" presName="pictRect" presStyleLbl="node1" presStyleIdx="4" presStyleCnt="5" custScaleX="116704" custScaleY="154372" custLinFactNeighborX="-11361" custLinFactNeighborY="2639"/>
      <dgm:spPr>
        <a:blipFill dpi="0"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399"/>
          </a:stretch>
        </a:blipFill>
      </dgm:spPr>
      <dgm:t>
        <a:bodyPr/>
        <a:lstStyle/>
        <a:p>
          <a:endParaRPr lang="en-US"/>
        </a:p>
      </dgm:t>
    </dgm:pt>
    <dgm:pt modelId="{42FFAB0F-5CAF-0D43-96A6-EEBC9EFBB782}" type="pres">
      <dgm:prSet presAssocID="{EABFB034-3E9E-A94D-BD13-9DD14E74CEA7}" presName="textRect" presStyleLbl="revTx" presStyleIdx="4" presStyleCnt="5" custLinFactNeighborX="-8303" custLinFactNeighborY="454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897F21B-1508-F448-AD73-50743A39E398}" type="presOf" srcId="{5399952B-52F1-6140-AD5A-BA4693139186}" destId="{9E0602E9-B8D2-B24F-B964-690CD8B06B5D}" srcOrd="0" destOrd="0" presId="urn:microsoft.com/office/officeart/2005/8/layout/pList1"/>
    <dgm:cxn modelId="{96939589-C67F-3B42-AF02-B56B6DBBFFFF}" srcId="{791BDD5A-8FDB-C042-BC48-B24AB5F0EE67}" destId="{C5E6BBBC-79DA-3D43-8799-3AAD9ADA8E1A}" srcOrd="1" destOrd="0" parTransId="{97204C9B-2228-E944-9591-D52114646F70}" sibTransId="{5399952B-52F1-6140-AD5A-BA4693139186}"/>
    <dgm:cxn modelId="{8862F3C6-252D-924C-BBC2-7B3DC1E6486A}" srcId="{791BDD5A-8FDB-C042-BC48-B24AB5F0EE67}" destId="{EABFB034-3E9E-A94D-BD13-9DD14E74CEA7}" srcOrd="4" destOrd="0" parTransId="{1752F535-6C99-BD40-B80F-B92BD971483C}" sibTransId="{456AF9DA-DBC6-FF45-80D3-EDE6531AC976}"/>
    <dgm:cxn modelId="{1A200F9E-3C93-1B4D-82B3-6C708DC0CC91}" type="presOf" srcId="{791BDD5A-8FDB-C042-BC48-B24AB5F0EE67}" destId="{016FD6B0-684B-BB42-A9B4-8AD9CD7400CD}" srcOrd="0" destOrd="0" presId="urn:microsoft.com/office/officeart/2005/8/layout/pList1"/>
    <dgm:cxn modelId="{E88BB603-D197-3F40-8361-DA775040F5A2}" type="presOf" srcId="{EABFB034-3E9E-A94D-BD13-9DD14E74CEA7}" destId="{42FFAB0F-5CAF-0D43-96A6-EEBC9EFBB782}" srcOrd="0" destOrd="0" presId="urn:microsoft.com/office/officeart/2005/8/layout/pList1"/>
    <dgm:cxn modelId="{46F2EDFF-1E0E-434F-8D86-15D3CBB8D572}" type="presOf" srcId="{BD905F90-9050-3244-B9D0-31754103C705}" destId="{A8563358-76E0-8447-9BB0-3203896A279B}" srcOrd="0" destOrd="0" presId="urn:microsoft.com/office/officeart/2005/8/layout/pList1"/>
    <dgm:cxn modelId="{CE0A2291-F656-0147-B9B2-3AC9E1AAB64D}" type="presOf" srcId="{C5E6BBBC-79DA-3D43-8799-3AAD9ADA8E1A}" destId="{39FDE1B9-96EC-F34F-97B0-3044B32D2E9B}" srcOrd="0" destOrd="0" presId="urn:microsoft.com/office/officeart/2005/8/layout/pList1"/>
    <dgm:cxn modelId="{3B462316-D99F-E84D-B33F-6BC624FE5DAD}" type="presOf" srcId="{E903E147-614E-0F4B-9413-2CA53D638E92}" destId="{CC91C84D-3155-C348-9962-A1A80A417740}" srcOrd="0" destOrd="0" presId="urn:microsoft.com/office/officeart/2005/8/layout/pList1"/>
    <dgm:cxn modelId="{5010EE7D-B29C-C64C-A93D-AAB9FB9EA93D}" srcId="{791BDD5A-8FDB-C042-BC48-B24AB5F0EE67}" destId="{E903E147-614E-0F4B-9413-2CA53D638E92}" srcOrd="3" destOrd="0" parTransId="{CAD8B673-EFE7-C249-9866-EE95DAA29872}" sibTransId="{1ADBCFDA-EE22-724C-90C4-BB35E1F86DB7}"/>
    <dgm:cxn modelId="{03320E33-831E-3C47-AC37-10A851A6C7B1}" srcId="{791BDD5A-8FDB-C042-BC48-B24AB5F0EE67}" destId="{39CB0DD7-CB85-6540-A234-2B8166102E8D}" srcOrd="0" destOrd="0" parTransId="{54328C71-E115-494C-8AD8-2C8D4AAC47A5}" sibTransId="{6AE15C6E-3D23-7E46-8899-655938ED81C5}"/>
    <dgm:cxn modelId="{35923797-EEAE-394A-B789-F894AB333364}" type="presOf" srcId="{6AE15C6E-3D23-7E46-8899-655938ED81C5}" destId="{049E44E3-C4CE-8445-BD5D-B134CA04124D}" srcOrd="0" destOrd="0" presId="urn:microsoft.com/office/officeart/2005/8/layout/pList1"/>
    <dgm:cxn modelId="{8D278C22-FA33-1D4E-B3EC-854EBD9BB689}" type="presOf" srcId="{1ADBCFDA-EE22-724C-90C4-BB35E1F86DB7}" destId="{B024275B-10BA-D047-BDF0-CBBF991B9D5A}" srcOrd="0" destOrd="0" presId="urn:microsoft.com/office/officeart/2005/8/layout/pList1"/>
    <dgm:cxn modelId="{96C01CB1-C3AD-F74C-BB06-00B6138428CA}" type="presOf" srcId="{39CB0DD7-CB85-6540-A234-2B8166102E8D}" destId="{6C78636E-1CB3-F947-A624-B6E11738B607}" srcOrd="0" destOrd="0" presId="urn:microsoft.com/office/officeart/2005/8/layout/pList1"/>
    <dgm:cxn modelId="{9987EE4C-7EAF-A942-97A0-590DC4BF196D}" type="presOf" srcId="{8B8CAB4D-AB79-694A-9C30-E37CD8EDC4F1}" destId="{3172BFBC-E11E-E648-956C-113C4D738ED9}" srcOrd="0" destOrd="0" presId="urn:microsoft.com/office/officeart/2005/8/layout/pList1"/>
    <dgm:cxn modelId="{C4398D16-D4E2-5E46-BCF7-594085F8319B}" srcId="{791BDD5A-8FDB-C042-BC48-B24AB5F0EE67}" destId="{8B8CAB4D-AB79-694A-9C30-E37CD8EDC4F1}" srcOrd="2" destOrd="0" parTransId="{55FE4271-40AC-EA46-8873-E61E94C64EF7}" sibTransId="{BD905F90-9050-3244-B9D0-31754103C705}"/>
    <dgm:cxn modelId="{BE4192AD-9D18-B94E-B4B6-9207E7359E8A}" type="presParOf" srcId="{016FD6B0-684B-BB42-A9B4-8AD9CD7400CD}" destId="{D3F10B1A-402B-4E46-BF3A-0B96C301088C}" srcOrd="0" destOrd="0" presId="urn:microsoft.com/office/officeart/2005/8/layout/pList1"/>
    <dgm:cxn modelId="{2B73473A-35F3-7542-A7F7-787A0B79CC3D}" type="presParOf" srcId="{D3F10B1A-402B-4E46-BF3A-0B96C301088C}" destId="{9EE18B26-F15F-0B4F-9C1C-F4FEE6CD9A1F}" srcOrd="0" destOrd="0" presId="urn:microsoft.com/office/officeart/2005/8/layout/pList1"/>
    <dgm:cxn modelId="{BB447528-95E9-004A-9D36-6D2C5DE1F365}" type="presParOf" srcId="{D3F10B1A-402B-4E46-BF3A-0B96C301088C}" destId="{6C78636E-1CB3-F947-A624-B6E11738B607}" srcOrd="1" destOrd="0" presId="urn:microsoft.com/office/officeart/2005/8/layout/pList1"/>
    <dgm:cxn modelId="{2D848B5A-6715-E04B-BCE7-275A3D79A84B}" type="presParOf" srcId="{016FD6B0-684B-BB42-A9B4-8AD9CD7400CD}" destId="{049E44E3-C4CE-8445-BD5D-B134CA04124D}" srcOrd="1" destOrd="0" presId="urn:microsoft.com/office/officeart/2005/8/layout/pList1"/>
    <dgm:cxn modelId="{A7BDBCE0-0A19-0940-ABB9-A21CFB42A66C}" type="presParOf" srcId="{016FD6B0-684B-BB42-A9B4-8AD9CD7400CD}" destId="{7C419CD8-0375-EF48-B7D5-008D11FB7F69}" srcOrd="2" destOrd="0" presId="urn:microsoft.com/office/officeart/2005/8/layout/pList1"/>
    <dgm:cxn modelId="{1E27A69E-20EE-6849-8B4F-8668F5D69604}" type="presParOf" srcId="{7C419CD8-0375-EF48-B7D5-008D11FB7F69}" destId="{0D4DA241-08F0-B741-9A3E-1AD064296BDA}" srcOrd="0" destOrd="0" presId="urn:microsoft.com/office/officeart/2005/8/layout/pList1"/>
    <dgm:cxn modelId="{8E54628E-B986-0E47-8953-5734B1314CF5}" type="presParOf" srcId="{7C419CD8-0375-EF48-B7D5-008D11FB7F69}" destId="{39FDE1B9-96EC-F34F-97B0-3044B32D2E9B}" srcOrd="1" destOrd="0" presId="urn:microsoft.com/office/officeart/2005/8/layout/pList1"/>
    <dgm:cxn modelId="{85FF1920-8C34-E149-8525-391CFE901481}" type="presParOf" srcId="{016FD6B0-684B-BB42-A9B4-8AD9CD7400CD}" destId="{9E0602E9-B8D2-B24F-B964-690CD8B06B5D}" srcOrd="3" destOrd="0" presId="urn:microsoft.com/office/officeart/2005/8/layout/pList1"/>
    <dgm:cxn modelId="{2F1D671B-6AA3-254D-B30A-9F4428C9B3BF}" type="presParOf" srcId="{016FD6B0-684B-BB42-A9B4-8AD9CD7400CD}" destId="{69488822-C24F-A24F-87D7-BD4CA2212BA4}" srcOrd="4" destOrd="0" presId="urn:microsoft.com/office/officeart/2005/8/layout/pList1"/>
    <dgm:cxn modelId="{E973147B-EB5F-334E-BA74-512C8158F906}" type="presParOf" srcId="{69488822-C24F-A24F-87D7-BD4CA2212BA4}" destId="{17BEAF1F-FD0C-6449-A32E-F51F7AD63037}" srcOrd="0" destOrd="0" presId="urn:microsoft.com/office/officeart/2005/8/layout/pList1"/>
    <dgm:cxn modelId="{11FDFE9A-110A-F44E-9E95-39A68CACC2F9}" type="presParOf" srcId="{69488822-C24F-A24F-87D7-BD4CA2212BA4}" destId="{3172BFBC-E11E-E648-956C-113C4D738ED9}" srcOrd="1" destOrd="0" presId="urn:microsoft.com/office/officeart/2005/8/layout/pList1"/>
    <dgm:cxn modelId="{A5C30547-C766-EC4E-9ECF-50DF7F597C12}" type="presParOf" srcId="{016FD6B0-684B-BB42-A9B4-8AD9CD7400CD}" destId="{A8563358-76E0-8447-9BB0-3203896A279B}" srcOrd="5" destOrd="0" presId="urn:microsoft.com/office/officeart/2005/8/layout/pList1"/>
    <dgm:cxn modelId="{B0C39050-C883-AA4F-9C1E-7AADD48BD067}" type="presParOf" srcId="{016FD6B0-684B-BB42-A9B4-8AD9CD7400CD}" destId="{8FF08663-46C0-0340-BC4C-0AF07F938863}" srcOrd="6" destOrd="0" presId="urn:microsoft.com/office/officeart/2005/8/layout/pList1"/>
    <dgm:cxn modelId="{08ED568C-3631-314D-92D1-B0C8D99C127C}" type="presParOf" srcId="{8FF08663-46C0-0340-BC4C-0AF07F938863}" destId="{CF02E994-AD3E-6E49-827B-7834BF0B1156}" srcOrd="0" destOrd="0" presId="urn:microsoft.com/office/officeart/2005/8/layout/pList1"/>
    <dgm:cxn modelId="{9454309E-26D1-2B45-974A-79ECDB78BEE2}" type="presParOf" srcId="{8FF08663-46C0-0340-BC4C-0AF07F938863}" destId="{CC91C84D-3155-C348-9962-A1A80A417740}" srcOrd="1" destOrd="0" presId="urn:microsoft.com/office/officeart/2005/8/layout/pList1"/>
    <dgm:cxn modelId="{89D6960C-8457-0142-B856-50122CD1421D}" type="presParOf" srcId="{016FD6B0-684B-BB42-A9B4-8AD9CD7400CD}" destId="{B024275B-10BA-D047-BDF0-CBBF991B9D5A}" srcOrd="7" destOrd="0" presId="urn:microsoft.com/office/officeart/2005/8/layout/pList1"/>
    <dgm:cxn modelId="{8498A739-B599-5A41-A260-FD3DFEC66812}" type="presParOf" srcId="{016FD6B0-684B-BB42-A9B4-8AD9CD7400CD}" destId="{0BDE0AFC-B622-0C41-B03A-7E4FF6EE32BA}" srcOrd="8" destOrd="0" presId="urn:microsoft.com/office/officeart/2005/8/layout/pList1"/>
    <dgm:cxn modelId="{4F3A2A70-F7B6-A04E-A285-041648BF14FA}" type="presParOf" srcId="{0BDE0AFC-B622-0C41-B03A-7E4FF6EE32BA}" destId="{60558ED1-DF43-3A49-A98A-A823DC950E4D}" srcOrd="0" destOrd="0" presId="urn:microsoft.com/office/officeart/2005/8/layout/pList1"/>
    <dgm:cxn modelId="{5669D759-B73E-D84B-9C6E-A94AEC45DFD2}" type="presParOf" srcId="{0BDE0AFC-B622-0C41-B03A-7E4FF6EE32BA}" destId="{42FFAB0F-5CAF-0D43-96A6-EEBC9EFBB782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CB692E-FA8A-DD46-97FF-51B663F4DBE4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F60055-7CDD-124E-A58A-96A06E2FB6AA}">
      <dgm:prSet phldrT="[Text]"/>
      <dgm:spPr/>
      <dgm:t>
        <a:bodyPr/>
        <a:lstStyle/>
        <a:p>
          <a:r>
            <a:rPr lang="en-US" dirty="0" smtClean="0"/>
            <a:t>Eccentric Bolt</a:t>
          </a:r>
          <a:endParaRPr lang="en-US" dirty="0"/>
        </a:p>
      </dgm:t>
    </dgm:pt>
    <dgm:pt modelId="{1E6BE4B1-9892-3142-A0E4-D37F1F70418E}" type="parTrans" cxnId="{8C65B370-C106-0D49-9A24-ECC8D60FAFED}">
      <dgm:prSet/>
      <dgm:spPr/>
      <dgm:t>
        <a:bodyPr/>
        <a:lstStyle/>
        <a:p>
          <a:endParaRPr lang="en-US"/>
        </a:p>
      </dgm:t>
    </dgm:pt>
    <dgm:pt modelId="{E82749AD-63D2-8646-A545-5445504C1E7F}" type="sibTrans" cxnId="{8C65B370-C106-0D49-9A24-ECC8D60FAFED}">
      <dgm:prSet/>
      <dgm:spPr/>
      <dgm:t>
        <a:bodyPr/>
        <a:lstStyle/>
        <a:p>
          <a:endParaRPr lang="en-US"/>
        </a:p>
      </dgm:t>
    </dgm:pt>
    <dgm:pt modelId="{CAE20E5A-EEC0-E147-9D6A-381CD6457204}">
      <dgm:prSet phldrT="[Text]"/>
      <dgm:spPr/>
      <dgm:t>
        <a:bodyPr/>
        <a:lstStyle/>
        <a:p>
          <a:r>
            <a:rPr lang="en-US" dirty="0" smtClean="0"/>
            <a:t>Flange Bolts</a:t>
          </a:r>
        </a:p>
        <a:p>
          <a:endParaRPr lang="en-US" dirty="0"/>
        </a:p>
      </dgm:t>
    </dgm:pt>
    <dgm:pt modelId="{0CB24B55-4715-8A49-83D5-8ECC3F3AC0D0}" type="parTrans" cxnId="{8B14DB7C-671D-6E48-9BB8-475B21497420}">
      <dgm:prSet/>
      <dgm:spPr/>
      <dgm:t>
        <a:bodyPr/>
        <a:lstStyle/>
        <a:p>
          <a:endParaRPr lang="en-US"/>
        </a:p>
      </dgm:t>
    </dgm:pt>
    <dgm:pt modelId="{93B94277-4900-C844-951E-E1E6E1DF0449}" type="sibTrans" cxnId="{8B14DB7C-671D-6E48-9BB8-475B21497420}">
      <dgm:prSet/>
      <dgm:spPr/>
      <dgm:t>
        <a:bodyPr/>
        <a:lstStyle/>
        <a:p>
          <a:endParaRPr lang="en-US"/>
        </a:p>
      </dgm:t>
    </dgm:pt>
    <dgm:pt modelId="{20B23432-1F40-9848-9587-F203CF6740DA}">
      <dgm:prSet phldrT="[Text]"/>
      <dgm:spPr/>
      <dgm:t>
        <a:bodyPr/>
        <a:lstStyle/>
        <a:p>
          <a:r>
            <a:rPr lang="en-US" dirty="0" smtClean="0"/>
            <a:t>Weld screws</a:t>
          </a:r>
        </a:p>
        <a:p>
          <a:endParaRPr lang="en-US" dirty="0"/>
        </a:p>
      </dgm:t>
    </dgm:pt>
    <dgm:pt modelId="{4DABF816-D79B-D54C-AC72-5D99B65CDD10}" type="parTrans" cxnId="{5B176A58-8D24-454D-BE64-213F1957D134}">
      <dgm:prSet/>
      <dgm:spPr/>
      <dgm:t>
        <a:bodyPr/>
        <a:lstStyle/>
        <a:p>
          <a:endParaRPr lang="en-US"/>
        </a:p>
      </dgm:t>
    </dgm:pt>
    <dgm:pt modelId="{1F4151BF-3B43-B149-A245-03DEE78E945C}" type="sibTrans" cxnId="{5B176A58-8D24-454D-BE64-213F1957D134}">
      <dgm:prSet/>
      <dgm:spPr/>
      <dgm:t>
        <a:bodyPr/>
        <a:lstStyle/>
        <a:p>
          <a:endParaRPr lang="en-US"/>
        </a:p>
      </dgm:t>
    </dgm:pt>
    <dgm:pt modelId="{E66F187F-CED7-5247-9E7E-A0A497C2E849}">
      <dgm:prSet phldrT="[Text]"/>
      <dgm:spPr/>
      <dgm:t>
        <a:bodyPr/>
        <a:lstStyle/>
        <a:p>
          <a:r>
            <a:rPr lang="en-US" dirty="0" smtClean="0"/>
            <a:t>Gear Bolt</a:t>
          </a:r>
        </a:p>
        <a:p>
          <a:endParaRPr lang="en-US" dirty="0"/>
        </a:p>
      </dgm:t>
    </dgm:pt>
    <dgm:pt modelId="{33A39551-9884-814E-889C-A92980121EEB}" type="parTrans" cxnId="{20781F89-1634-DC48-B285-D0857DCBC28B}">
      <dgm:prSet/>
      <dgm:spPr/>
      <dgm:t>
        <a:bodyPr/>
        <a:lstStyle/>
        <a:p>
          <a:endParaRPr lang="en-US"/>
        </a:p>
      </dgm:t>
    </dgm:pt>
    <dgm:pt modelId="{77CD49D0-7021-4546-9CB8-445218AB8D9C}" type="sibTrans" cxnId="{20781F89-1634-DC48-B285-D0857DCBC28B}">
      <dgm:prSet/>
      <dgm:spPr/>
      <dgm:t>
        <a:bodyPr/>
        <a:lstStyle/>
        <a:p>
          <a:endParaRPr lang="en-US"/>
        </a:p>
      </dgm:t>
    </dgm:pt>
    <dgm:pt modelId="{D98634B7-289A-9242-BD85-A40FFFCF68EF}" type="pres">
      <dgm:prSet presAssocID="{FECB692E-FA8A-DD46-97FF-51B663F4DBE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E7D7797-BB52-884C-8E04-43A6024E1C13}" type="pres">
      <dgm:prSet presAssocID="{A7F60055-7CDD-124E-A58A-96A06E2FB6AA}" presName="compNode" presStyleCnt="0"/>
      <dgm:spPr/>
    </dgm:pt>
    <dgm:pt modelId="{AB571F8E-FD18-B145-8A11-9521649503D5}" type="pres">
      <dgm:prSet presAssocID="{A7F60055-7CDD-124E-A58A-96A06E2FB6AA}" presName="pictRect" presStyleLbl="node1" presStyleIdx="0" presStyleCnt="4" custScaleX="123823" custScaleY="117963" custLinFactNeighborX="-9433" custLinFactNeighborY="7285"/>
      <dgm:spPr>
        <a:blipFill dpi="0"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1F3EBFF3-76AC-4E4D-82A3-2652030EAF0A}" type="pres">
      <dgm:prSet presAssocID="{A7F60055-7CDD-124E-A58A-96A06E2FB6AA}" presName="textRect" presStyleLbl="revTx" presStyleIdx="0" presStyleCnt="4" custScaleX="123719" custLinFactNeighborX="-10820" custLinFactNeighborY="-1262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6077BB-C60C-E64B-870D-737D09463088}" type="pres">
      <dgm:prSet presAssocID="{E82749AD-63D2-8646-A545-5445504C1E7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F42AD112-D1EF-8143-B3C6-C474482E9282}" type="pres">
      <dgm:prSet presAssocID="{CAE20E5A-EEC0-E147-9D6A-381CD6457204}" presName="compNode" presStyleCnt="0"/>
      <dgm:spPr/>
    </dgm:pt>
    <dgm:pt modelId="{19ED2C55-79F2-8D4F-AEC4-FC39B05D3549}" type="pres">
      <dgm:prSet presAssocID="{CAE20E5A-EEC0-E147-9D6A-381CD6457204}" presName="pictRect" presStyleLbl="node1" presStyleIdx="1" presStyleCnt="4" custScaleX="144275" custScaleY="159497" custLinFactX="-49049" custLinFactY="61986" custLinFactNeighborX="-100000" custLinFactNeighborY="100000"/>
      <dgm:spPr>
        <a:blipFill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D56A7CB3-ED38-2D4C-8C53-B6805CDF6DA7}" type="pres">
      <dgm:prSet presAssocID="{CAE20E5A-EEC0-E147-9D6A-381CD6457204}" presName="textRect" presStyleLbl="revTx" presStyleIdx="1" presStyleCnt="4" custScaleX="117663" custScaleY="79726" custLinFactX="-60188" custLinFactY="193953" custLinFactNeighborX="-100000" custLinFactNeighborY="2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3F11C-86FA-B74C-ABCC-55159FD745BE}" type="pres">
      <dgm:prSet presAssocID="{93B94277-4900-C844-951E-E1E6E1DF044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DE9484C-F330-1149-ACF7-F10EBBE4C63E}" type="pres">
      <dgm:prSet presAssocID="{20B23432-1F40-9848-9587-F203CF6740DA}" presName="compNode" presStyleCnt="0"/>
      <dgm:spPr/>
    </dgm:pt>
    <dgm:pt modelId="{2ED02CCC-E3C6-A94A-B35C-C1BAE30831EB}" type="pres">
      <dgm:prSet presAssocID="{20B23432-1F40-9848-9587-F203CF6740DA}" presName="pictRect" presStyleLbl="node1" presStyleIdx="2" presStyleCnt="4" custScaleX="132653" custScaleY="139522" custLinFactX="63645" custLinFactY="-100000" custLinFactNeighborX="100000" custLinFactNeighborY="-109952"/>
      <dgm:spPr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0869850-E7C7-844C-8977-EE2093CCB29E}" type="pres">
      <dgm:prSet presAssocID="{20B23432-1F40-9848-9587-F203CF6740DA}" presName="textRect" presStyleLbl="revTx" presStyleIdx="2" presStyleCnt="4" custLinFactX="59972" custLinFactY="-170300" custLinFactNeighborX="100000" custLinFactNeighborY="-2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B1DE84-DDEF-A040-9FD5-D5F1CB1EA3ED}" type="pres">
      <dgm:prSet presAssocID="{1F4151BF-3B43-B149-A245-03DEE78E945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793CFA4-ABEA-8548-A25B-1826AA06CF3A}" type="pres">
      <dgm:prSet presAssocID="{E66F187F-CED7-5247-9E7E-A0A497C2E849}" presName="compNode" presStyleCnt="0"/>
      <dgm:spPr/>
    </dgm:pt>
    <dgm:pt modelId="{24A4BC15-765B-9243-B186-324E8D03C67E}" type="pres">
      <dgm:prSet presAssocID="{E66F187F-CED7-5247-9E7E-A0A497C2E849}" presName="pictRect" presStyleLbl="node1" presStyleIdx="3" presStyleCnt="4" custScaleX="142508" custScaleY="149660" custLinFactNeighborX="23874" custLinFactNeighborY="-13969"/>
      <dgm:spPr>
        <a:blipFill dpi="0" rotWithShape="1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D9FD326E-12DB-EF44-BC82-83DF0AF3BDB2}" type="pres">
      <dgm:prSet presAssocID="{E66F187F-CED7-5247-9E7E-A0A497C2E849}" presName="textRect" presStyleLbl="revTx" presStyleIdx="3" presStyleCnt="4" custScaleX="94391" custScaleY="83628" custLinFactNeighborX="31285" custLinFactNeighborY="32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7B1F75E-AFA0-5E49-8AF4-51949CBE0D37}" type="presOf" srcId="{93B94277-4900-C844-951E-E1E6E1DF0449}" destId="{A1A3F11C-86FA-B74C-ABCC-55159FD745BE}" srcOrd="0" destOrd="0" presId="urn:microsoft.com/office/officeart/2005/8/layout/pList1"/>
    <dgm:cxn modelId="{BB3485DD-6648-2647-A684-EB3BC8247438}" type="presOf" srcId="{A7F60055-7CDD-124E-A58A-96A06E2FB6AA}" destId="{1F3EBFF3-76AC-4E4D-82A3-2652030EAF0A}" srcOrd="0" destOrd="0" presId="urn:microsoft.com/office/officeart/2005/8/layout/pList1"/>
    <dgm:cxn modelId="{91C6E86B-1E92-3D43-B743-F981F9ED4B56}" type="presOf" srcId="{CAE20E5A-EEC0-E147-9D6A-381CD6457204}" destId="{D56A7CB3-ED38-2D4C-8C53-B6805CDF6DA7}" srcOrd="0" destOrd="0" presId="urn:microsoft.com/office/officeart/2005/8/layout/pList1"/>
    <dgm:cxn modelId="{29F44188-9A6B-FF4C-A9FE-40BC5604518A}" type="presOf" srcId="{E82749AD-63D2-8646-A545-5445504C1E7F}" destId="{8F6077BB-C60C-E64B-870D-737D09463088}" srcOrd="0" destOrd="0" presId="urn:microsoft.com/office/officeart/2005/8/layout/pList1"/>
    <dgm:cxn modelId="{5B176A58-8D24-454D-BE64-213F1957D134}" srcId="{FECB692E-FA8A-DD46-97FF-51B663F4DBE4}" destId="{20B23432-1F40-9848-9587-F203CF6740DA}" srcOrd="2" destOrd="0" parTransId="{4DABF816-D79B-D54C-AC72-5D99B65CDD10}" sibTransId="{1F4151BF-3B43-B149-A245-03DEE78E945C}"/>
    <dgm:cxn modelId="{504A34FE-ECF5-CE4A-A5DA-09A679998523}" type="presOf" srcId="{FECB692E-FA8A-DD46-97FF-51B663F4DBE4}" destId="{D98634B7-289A-9242-BD85-A40FFFCF68EF}" srcOrd="0" destOrd="0" presId="urn:microsoft.com/office/officeart/2005/8/layout/pList1"/>
    <dgm:cxn modelId="{8C65B370-C106-0D49-9A24-ECC8D60FAFED}" srcId="{FECB692E-FA8A-DD46-97FF-51B663F4DBE4}" destId="{A7F60055-7CDD-124E-A58A-96A06E2FB6AA}" srcOrd="0" destOrd="0" parTransId="{1E6BE4B1-9892-3142-A0E4-D37F1F70418E}" sibTransId="{E82749AD-63D2-8646-A545-5445504C1E7F}"/>
    <dgm:cxn modelId="{1EB6C743-A21E-334C-9115-9BC07287E9A1}" type="presOf" srcId="{20B23432-1F40-9848-9587-F203CF6740DA}" destId="{C0869850-E7C7-844C-8977-EE2093CCB29E}" srcOrd="0" destOrd="0" presId="urn:microsoft.com/office/officeart/2005/8/layout/pList1"/>
    <dgm:cxn modelId="{8B14DB7C-671D-6E48-9BB8-475B21497420}" srcId="{FECB692E-FA8A-DD46-97FF-51B663F4DBE4}" destId="{CAE20E5A-EEC0-E147-9D6A-381CD6457204}" srcOrd="1" destOrd="0" parTransId="{0CB24B55-4715-8A49-83D5-8ECC3F3AC0D0}" sibTransId="{93B94277-4900-C844-951E-E1E6E1DF0449}"/>
    <dgm:cxn modelId="{BE65368B-02DB-954A-973C-8375BDB2095E}" type="presOf" srcId="{E66F187F-CED7-5247-9E7E-A0A497C2E849}" destId="{D9FD326E-12DB-EF44-BC82-83DF0AF3BDB2}" srcOrd="0" destOrd="0" presId="urn:microsoft.com/office/officeart/2005/8/layout/pList1"/>
    <dgm:cxn modelId="{C4CA6D99-07F0-024B-9F7F-F0F9A79604CA}" type="presOf" srcId="{1F4151BF-3B43-B149-A245-03DEE78E945C}" destId="{D9B1DE84-DDEF-A040-9FD5-D5F1CB1EA3ED}" srcOrd="0" destOrd="0" presId="urn:microsoft.com/office/officeart/2005/8/layout/pList1"/>
    <dgm:cxn modelId="{20781F89-1634-DC48-B285-D0857DCBC28B}" srcId="{FECB692E-FA8A-DD46-97FF-51B663F4DBE4}" destId="{E66F187F-CED7-5247-9E7E-A0A497C2E849}" srcOrd="3" destOrd="0" parTransId="{33A39551-9884-814E-889C-A92980121EEB}" sibTransId="{77CD49D0-7021-4546-9CB8-445218AB8D9C}"/>
    <dgm:cxn modelId="{1B190227-7030-F440-856E-8ABF5525509A}" type="presParOf" srcId="{D98634B7-289A-9242-BD85-A40FFFCF68EF}" destId="{9E7D7797-BB52-884C-8E04-43A6024E1C13}" srcOrd="0" destOrd="0" presId="urn:microsoft.com/office/officeart/2005/8/layout/pList1"/>
    <dgm:cxn modelId="{F099D873-81DE-1A43-92E9-83D5C0CF1C8B}" type="presParOf" srcId="{9E7D7797-BB52-884C-8E04-43A6024E1C13}" destId="{AB571F8E-FD18-B145-8A11-9521649503D5}" srcOrd="0" destOrd="0" presId="urn:microsoft.com/office/officeart/2005/8/layout/pList1"/>
    <dgm:cxn modelId="{AF9501B8-9970-7E48-9A0A-68C25E3C863B}" type="presParOf" srcId="{9E7D7797-BB52-884C-8E04-43A6024E1C13}" destId="{1F3EBFF3-76AC-4E4D-82A3-2652030EAF0A}" srcOrd="1" destOrd="0" presId="urn:microsoft.com/office/officeart/2005/8/layout/pList1"/>
    <dgm:cxn modelId="{A9C9E47A-6404-4B4F-B4F4-618A9BBD03C1}" type="presParOf" srcId="{D98634B7-289A-9242-BD85-A40FFFCF68EF}" destId="{8F6077BB-C60C-E64B-870D-737D09463088}" srcOrd="1" destOrd="0" presId="urn:microsoft.com/office/officeart/2005/8/layout/pList1"/>
    <dgm:cxn modelId="{A6BD8A87-71CF-734D-937B-F07970E00C35}" type="presParOf" srcId="{D98634B7-289A-9242-BD85-A40FFFCF68EF}" destId="{F42AD112-D1EF-8143-B3C6-C474482E9282}" srcOrd="2" destOrd="0" presId="urn:microsoft.com/office/officeart/2005/8/layout/pList1"/>
    <dgm:cxn modelId="{7C6B211A-5C63-FF45-A939-29E47B5FF46A}" type="presParOf" srcId="{F42AD112-D1EF-8143-B3C6-C474482E9282}" destId="{19ED2C55-79F2-8D4F-AEC4-FC39B05D3549}" srcOrd="0" destOrd="0" presId="urn:microsoft.com/office/officeart/2005/8/layout/pList1"/>
    <dgm:cxn modelId="{7D3491CE-A740-B54B-A366-837E912485C3}" type="presParOf" srcId="{F42AD112-D1EF-8143-B3C6-C474482E9282}" destId="{D56A7CB3-ED38-2D4C-8C53-B6805CDF6DA7}" srcOrd="1" destOrd="0" presId="urn:microsoft.com/office/officeart/2005/8/layout/pList1"/>
    <dgm:cxn modelId="{6DFBD84C-17BF-5E40-A1AF-FF674F0D0D59}" type="presParOf" srcId="{D98634B7-289A-9242-BD85-A40FFFCF68EF}" destId="{A1A3F11C-86FA-B74C-ABCC-55159FD745BE}" srcOrd="3" destOrd="0" presId="urn:microsoft.com/office/officeart/2005/8/layout/pList1"/>
    <dgm:cxn modelId="{B16DFCCE-4E62-8E4A-8ECC-49E16566502D}" type="presParOf" srcId="{D98634B7-289A-9242-BD85-A40FFFCF68EF}" destId="{ADE9484C-F330-1149-ACF7-F10EBBE4C63E}" srcOrd="4" destOrd="0" presId="urn:microsoft.com/office/officeart/2005/8/layout/pList1"/>
    <dgm:cxn modelId="{264F093F-9080-A240-BFE4-B8AB67615D41}" type="presParOf" srcId="{ADE9484C-F330-1149-ACF7-F10EBBE4C63E}" destId="{2ED02CCC-E3C6-A94A-B35C-C1BAE30831EB}" srcOrd="0" destOrd="0" presId="urn:microsoft.com/office/officeart/2005/8/layout/pList1"/>
    <dgm:cxn modelId="{23C7E402-0AF3-7748-BE0D-34734B0DB3CA}" type="presParOf" srcId="{ADE9484C-F330-1149-ACF7-F10EBBE4C63E}" destId="{C0869850-E7C7-844C-8977-EE2093CCB29E}" srcOrd="1" destOrd="0" presId="urn:microsoft.com/office/officeart/2005/8/layout/pList1"/>
    <dgm:cxn modelId="{698D9A5A-D20B-294D-9548-3DBBBFA493F4}" type="presParOf" srcId="{D98634B7-289A-9242-BD85-A40FFFCF68EF}" destId="{D9B1DE84-DDEF-A040-9FD5-D5F1CB1EA3ED}" srcOrd="5" destOrd="0" presId="urn:microsoft.com/office/officeart/2005/8/layout/pList1"/>
    <dgm:cxn modelId="{4B39E61B-7B19-8743-AD02-60E15F8BDAC8}" type="presParOf" srcId="{D98634B7-289A-9242-BD85-A40FFFCF68EF}" destId="{2793CFA4-ABEA-8548-A25B-1826AA06CF3A}" srcOrd="6" destOrd="0" presId="urn:microsoft.com/office/officeart/2005/8/layout/pList1"/>
    <dgm:cxn modelId="{C281BFB8-33C1-8B45-959A-B7CF81CCA801}" type="presParOf" srcId="{2793CFA4-ABEA-8548-A25B-1826AA06CF3A}" destId="{24A4BC15-765B-9243-B186-324E8D03C67E}" srcOrd="0" destOrd="0" presId="urn:microsoft.com/office/officeart/2005/8/layout/pList1"/>
    <dgm:cxn modelId="{7B3FD73F-5539-B94E-BA10-4C937988A03A}" type="presParOf" srcId="{2793CFA4-ABEA-8548-A25B-1826AA06CF3A}" destId="{D9FD326E-12DB-EF44-BC82-83DF0AF3BDB2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654109-B231-584E-BF03-F1F4A3BC771A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94FD2C-FE6F-894A-A870-C49594055EE5}">
      <dgm:prSet phldrT="[Text]" custT="1"/>
      <dgm:spPr/>
      <dgm:t>
        <a:bodyPr/>
        <a:lstStyle/>
        <a:p>
          <a:r>
            <a:rPr lang="en-US" sz="2000" dirty="0" smtClean="0"/>
            <a:t>Carriage Bolt</a:t>
          </a:r>
          <a:endParaRPr lang="en-US" sz="2000" dirty="0"/>
        </a:p>
      </dgm:t>
    </dgm:pt>
    <dgm:pt modelId="{3FE50AEA-5E01-374C-82E1-9313E0921B1E}" type="parTrans" cxnId="{52E30C0A-525E-3F4D-90E5-1B5CE32D0F0B}">
      <dgm:prSet/>
      <dgm:spPr/>
      <dgm:t>
        <a:bodyPr/>
        <a:lstStyle/>
        <a:p>
          <a:endParaRPr lang="en-US"/>
        </a:p>
      </dgm:t>
    </dgm:pt>
    <dgm:pt modelId="{33B27655-699E-B94C-8654-AB3D18560439}" type="sibTrans" cxnId="{52E30C0A-525E-3F4D-90E5-1B5CE32D0F0B}">
      <dgm:prSet/>
      <dgm:spPr/>
      <dgm:t>
        <a:bodyPr/>
        <a:lstStyle/>
        <a:p>
          <a:endParaRPr lang="en-US"/>
        </a:p>
      </dgm:t>
    </dgm:pt>
    <dgm:pt modelId="{45AE999F-B0BA-214B-83D3-B60A9670F449}">
      <dgm:prSet phldrT="[Text]" custT="1"/>
      <dgm:spPr/>
      <dgm:t>
        <a:bodyPr/>
        <a:lstStyle/>
        <a:p>
          <a:r>
            <a:rPr lang="en-US" sz="2000" dirty="0" smtClean="0"/>
            <a:t>D head Bolts</a:t>
          </a:r>
          <a:endParaRPr lang="en-US" sz="2000" dirty="0"/>
        </a:p>
      </dgm:t>
    </dgm:pt>
    <dgm:pt modelId="{D13C6899-7213-AA4F-A913-172943BC0BA2}" type="parTrans" cxnId="{975D41D2-6671-6841-8B38-6F2B7993A88D}">
      <dgm:prSet/>
      <dgm:spPr/>
      <dgm:t>
        <a:bodyPr/>
        <a:lstStyle/>
        <a:p>
          <a:endParaRPr lang="en-US"/>
        </a:p>
      </dgm:t>
    </dgm:pt>
    <dgm:pt modelId="{D1130181-B51B-4F40-BD31-82882A64E8CF}" type="sibTrans" cxnId="{975D41D2-6671-6841-8B38-6F2B7993A88D}">
      <dgm:prSet/>
      <dgm:spPr/>
      <dgm:t>
        <a:bodyPr/>
        <a:lstStyle/>
        <a:p>
          <a:endParaRPr lang="en-US"/>
        </a:p>
      </dgm:t>
    </dgm:pt>
    <dgm:pt modelId="{8E65A275-DC31-5A47-BD36-4A77DAF83B59}">
      <dgm:prSet phldrT="[Text]" custT="1"/>
      <dgm:spPr/>
      <dgm:t>
        <a:bodyPr/>
        <a:lstStyle/>
        <a:p>
          <a:r>
            <a:rPr lang="en-US" sz="2000" dirty="0" smtClean="0"/>
            <a:t>Wheel Bolt</a:t>
          </a:r>
          <a:endParaRPr lang="en-US" sz="2000" dirty="0"/>
        </a:p>
      </dgm:t>
    </dgm:pt>
    <dgm:pt modelId="{44247BF5-061E-544A-8F6E-9F726A81FCC8}" type="parTrans" cxnId="{7485A1E9-F95D-EC48-B972-8D7B9A193857}">
      <dgm:prSet/>
      <dgm:spPr/>
      <dgm:t>
        <a:bodyPr/>
        <a:lstStyle/>
        <a:p>
          <a:endParaRPr lang="en-US"/>
        </a:p>
      </dgm:t>
    </dgm:pt>
    <dgm:pt modelId="{D7A6B188-BFC2-4D48-84A2-D15B21E44B20}" type="sibTrans" cxnId="{7485A1E9-F95D-EC48-B972-8D7B9A193857}">
      <dgm:prSet/>
      <dgm:spPr/>
      <dgm:t>
        <a:bodyPr/>
        <a:lstStyle/>
        <a:p>
          <a:endParaRPr lang="en-US"/>
        </a:p>
      </dgm:t>
    </dgm:pt>
    <dgm:pt modelId="{6EBC46AC-C7D3-F446-859C-E6808D9FF0B5}">
      <dgm:prSet phldrT="[Text]" custT="1"/>
      <dgm:spPr/>
      <dgm:t>
        <a:bodyPr/>
        <a:lstStyle/>
        <a:p>
          <a:r>
            <a:rPr lang="en-US" sz="2000" dirty="0" smtClean="0"/>
            <a:t>Eye Bolt</a:t>
          </a:r>
          <a:endParaRPr lang="en-US" sz="2000" dirty="0"/>
        </a:p>
      </dgm:t>
    </dgm:pt>
    <dgm:pt modelId="{27C211D0-6A2B-184A-90E0-ECB4A5E62AC6}" type="parTrans" cxnId="{DFEE8F95-67B9-4F45-895F-328A1D9C5EB3}">
      <dgm:prSet/>
      <dgm:spPr/>
      <dgm:t>
        <a:bodyPr/>
        <a:lstStyle/>
        <a:p>
          <a:endParaRPr lang="en-US"/>
        </a:p>
      </dgm:t>
    </dgm:pt>
    <dgm:pt modelId="{9CAE3599-0A31-1942-9DDA-BB21A118463D}" type="sibTrans" cxnId="{DFEE8F95-67B9-4F45-895F-328A1D9C5EB3}">
      <dgm:prSet/>
      <dgm:spPr/>
      <dgm:t>
        <a:bodyPr/>
        <a:lstStyle/>
        <a:p>
          <a:endParaRPr lang="en-US"/>
        </a:p>
      </dgm:t>
    </dgm:pt>
    <dgm:pt modelId="{96C3B4B7-A8B1-7743-80B4-C66CF48F3C97}">
      <dgm:prSet phldrT="[Text]" custT="1"/>
      <dgm:spPr/>
      <dgm:t>
        <a:bodyPr/>
        <a:lstStyle/>
        <a:p>
          <a:r>
            <a:rPr lang="en-US" sz="2000" dirty="0" smtClean="0"/>
            <a:t>Cylinder Head Bolt</a:t>
          </a:r>
          <a:endParaRPr lang="en-US" sz="2000" dirty="0"/>
        </a:p>
      </dgm:t>
    </dgm:pt>
    <dgm:pt modelId="{C02BABD3-4F34-8B4A-AA27-AA5BA364E4A0}" type="parTrans" cxnId="{2DCCDCF5-09C7-F841-B3A6-F363AAF60216}">
      <dgm:prSet/>
      <dgm:spPr/>
      <dgm:t>
        <a:bodyPr/>
        <a:lstStyle/>
        <a:p>
          <a:endParaRPr lang="en-US"/>
        </a:p>
      </dgm:t>
    </dgm:pt>
    <dgm:pt modelId="{335D4428-F88D-D349-B723-E9FF34BC4D29}" type="sibTrans" cxnId="{2DCCDCF5-09C7-F841-B3A6-F363AAF60216}">
      <dgm:prSet/>
      <dgm:spPr/>
      <dgm:t>
        <a:bodyPr/>
        <a:lstStyle/>
        <a:p>
          <a:endParaRPr lang="en-US"/>
        </a:p>
      </dgm:t>
    </dgm:pt>
    <dgm:pt modelId="{9D1A50E7-67E4-4244-BA65-0AE420088BC1}">
      <dgm:prSet phldrT="[Text]" custT="1"/>
      <dgm:spPr/>
      <dgm:t>
        <a:bodyPr/>
        <a:lstStyle/>
        <a:p>
          <a:r>
            <a:rPr lang="en-US" sz="2000" dirty="0" smtClean="0"/>
            <a:t>Wheel Bolt</a:t>
          </a:r>
          <a:endParaRPr lang="en-US" sz="2000" dirty="0"/>
        </a:p>
      </dgm:t>
    </dgm:pt>
    <dgm:pt modelId="{F75254B8-E7CA-1340-901D-9F568364F3A2}" type="parTrans" cxnId="{1146AFE5-26FC-A94F-8085-534CBDB7A891}">
      <dgm:prSet/>
      <dgm:spPr/>
      <dgm:t>
        <a:bodyPr/>
        <a:lstStyle/>
        <a:p>
          <a:endParaRPr lang="en-US"/>
        </a:p>
      </dgm:t>
    </dgm:pt>
    <dgm:pt modelId="{D8BDC204-CF82-8546-882A-23C5B72B5D67}" type="sibTrans" cxnId="{1146AFE5-26FC-A94F-8085-534CBDB7A891}">
      <dgm:prSet/>
      <dgm:spPr/>
      <dgm:t>
        <a:bodyPr/>
        <a:lstStyle/>
        <a:p>
          <a:endParaRPr lang="en-US"/>
        </a:p>
      </dgm:t>
    </dgm:pt>
    <dgm:pt modelId="{0D8234DB-3FD2-D24C-92ED-9F57EFBDF077}" type="pres">
      <dgm:prSet presAssocID="{59654109-B231-584E-BF03-F1F4A3BC771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A9072D-7CC9-2347-9297-2F9C551B59C0}" type="pres">
      <dgm:prSet presAssocID="{DD94FD2C-FE6F-894A-A870-C49594055EE5}" presName="compNode" presStyleCnt="0"/>
      <dgm:spPr/>
    </dgm:pt>
    <dgm:pt modelId="{6F70B758-84A1-F740-97B1-06FAA4DAD5D9}" type="pres">
      <dgm:prSet presAssocID="{DD94FD2C-FE6F-894A-A870-C49594055EE5}" presName="pictRect" presStyleLbl="node1" presStyleIdx="0" presStyleCnt="6" custScaleX="124917" custScaleY="180324" custLinFactNeighborX="-253" custLinFactNeighborY="-65696"/>
      <dgm:spPr>
        <a:blipFill dpi="0"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58F7A66B-0E79-A248-AC83-6127860D9254}" type="pres">
      <dgm:prSet presAssocID="{DD94FD2C-FE6F-894A-A870-C49594055EE5}" presName="textRect" presStyleLbl="revTx" presStyleIdx="0" presStyleCnt="6" custLinFactNeighborX="-205" custLinFactNeighborY="-364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4EDB7B-3D8C-EC4D-9C8B-0F6F8FFDB8CE}" type="pres">
      <dgm:prSet presAssocID="{33B27655-699E-B94C-8654-AB3D1856043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62FE9DF-C7E1-BD47-BB9B-63908B9D60E2}" type="pres">
      <dgm:prSet presAssocID="{9D1A50E7-67E4-4244-BA65-0AE420088BC1}" presName="compNode" presStyleCnt="0"/>
      <dgm:spPr/>
    </dgm:pt>
    <dgm:pt modelId="{A552B258-615E-3947-A0A0-0E4BB60DDA3E}" type="pres">
      <dgm:prSet presAssocID="{9D1A50E7-67E4-4244-BA65-0AE420088BC1}" presName="pictRect" presStyleLbl="node1" presStyleIdx="1" presStyleCnt="6" custScaleX="194674" custScaleY="184950" custLinFactY="100000" custLinFactNeighborX="63428" custLinFactNeighborY="173004"/>
      <dgm:spPr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8624"/>
          </a:stretch>
        </a:blipFill>
      </dgm:spPr>
      <dgm:t>
        <a:bodyPr/>
        <a:lstStyle/>
        <a:p>
          <a:endParaRPr lang="en-US"/>
        </a:p>
      </dgm:t>
    </dgm:pt>
    <dgm:pt modelId="{3EA66FBF-7152-BB4D-BB4F-AF5BE1430BCD}" type="pres">
      <dgm:prSet presAssocID="{9D1A50E7-67E4-4244-BA65-0AE420088BC1}" presName="textRect" presStyleLbl="revTx" presStyleIdx="1" presStyleCnt="6" custScaleX="111136" custLinFactY="300000" custLinFactNeighborX="82342" custLinFactNeighborY="3293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E26827-5697-ED4E-9209-B30D1E83D50E}" type="pres">
      <dgm:prSet presAssocID="{D8BDC204-CF82-8546-882A-23C5B72B5D67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3ABE62F-14A2-4D4E-8CFE-58F224C30D1A}" type="pres">
      <dgm:prSet presAssocID="{45AE999F-B0BA-214B-83D3-B60A9670F449}" presName="compNode" presStyleCnt="0"/>
      <dgm:spPr/>
    </dgm:pt>
    <dgm:pt modelId="{188E4777-D2A1-E240-B1C5-3687E131B5D8}" type="pres">
      <dgm:prSet presAssocID="{45AE999F-B0BA-214B-83D3-B60A9670F449}" presName="pictRect" presStyleLbl="node1" presStyleIdx="2" presStyleCnt="6" custScaleX="311060" custScaleY="291137" custLinFactNeighborX="13289" custLinFactNeighborY="-27559"/>
      <dgm:spPr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D4498110-07F9-174D-955D-C66F64EFB94C}" type="pres">
      <dgm:prSet presAssocID="{45AE999F-B0BA-214B-83D3-B60A9670F449}" presName="textRect" presStyleLbl="revTx" presStyleIdx="2" presStyleCnt="6" custScaleY="65974" custLinFactNeighborX="2576" custLinFactNeighborY="9582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078071-FFB9-4747-984A-3805877CE582}" type="pres">
      <dgm:prSet presAssocID="{D1130181-B51B-4F40-BD31-82882A64E8C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876716F-24EC-CE46-AC9A-DDEE9A83EF97}" type="pres">
      <dgm:prSet presAssocID="{8E65A275-DC31-5A47-BD36-4A77DAF83B59}" presName="compNode" presStyleCnt="0"/>
      <dgm:spPr/>
    </dgm:pt>
    <dgm:pt modelId="{02900C82-804C-464D-B4E1-4F91941E18FC}" type="pres">
      <dgm:prSet presAssocID="{8E65A275-DC31-5A47-BD36-4A77DAF83B59}" presName="pictRect" presStyleLbl="node1" presStyleIdx="3" presStyleCnt="6" custScaleX="173401" custScaleY="206241" custLinFactNeighborX="-88350" custLinFactNeighborY="-2944"/>
      <dgm:spPr>
        <a:blipFill dpi="0" rotWithShape="1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05CC6C4C-1455-7E40-AA6B-2CFF91192641}" type="pres">
      <dgm:prSet presAssocID="{8E65A275-DC31-5A47-BD36-4A77DAF83B59}" presName="textRect" presStyleLbl="revTx" presStyleIdx="3" presStyleCnt="6" custLinFactY="36775" custLinFactNeighborX="-99595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E6797C-5016-1543-9EEA-23F942FAA1EB}" type="pres">
      <dgm:prSet presAssocID="{D7A6B188-BFC2-4D48-84A2-D15B21E44B20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28201A1-0993-124F-B66A-349867CC3E80}" type="pres">
      <dgm:prSet presAssocID="{6EBC46AC-C7D3-F446-859C-E6808D9FF0B5}" presName="compNode" presStyleCnt="0"/>
      <dgm:spPr/>
    </dgm:pt>
    <dgm:pt modelId="{34D9C27F-B902-6C45-A783-65C99FD7F05E}" type="pres">
      <dgm:prSet presAssocID="{6EBC46AC-C7D3-F446-859C-E6808D9FF0B5}" presName="pictRect" presStyleLbl="node1" presStyleIdx="4" presStyleCnt="6" custScaleX="129932" custScaleY="127845" custLinFactY="-102421" custLinFactNeighborX="-67776" custLinFactNeighborY="-200000"/>
      <dgm:spPr>
        <a:blipFill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33A13A3-5B08-9A43-ABAF-F821E2156FF9}" type="pres">
      <dgm:prSet presAssocID="{6EBC46AC-C7D3-F446-859C-E6808D9FF0B5}" presName="textRect" presStyleLbl="revTx" presStyleIdx="4" presStyleCnt="6" custLinFactY="-203174" custLinFactNeighborX="-72090" custLinFactNeighborY="-3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0968B1-B719-B548-882C-E3783360A449}" type="pres">
      <dgm:prSet presAssocID="{9CAE3599-0A31-1942-9DDA-BB21A118463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FD3D3D5-0702-3E49-92B7-2CAFC104B999}" type="pres">
      <dgm:prSet presAssocID="{96C3B4B7-A8B1-7743-80B4-C66CF48F3C97}" presName="compNode" presStyleCnt="0"/>
      <dgm:spPr/>
    </dgm:pt>
    <dgm:pt modelId="{4778F510-E26F-6A4B-B587-9D544ED706E6}" type="pres">
      <dgm:prSet presAssocID="{96C3B4B7-A8B1-7743-80B4-C66CF48F3C97}" presName="pictRect" presStyleLbl="node1" presStyleIdx="5" presStyleCnt="6" custScaleX="139904" custScaleY="131585" custLinFactNeighborX="62352" custLinFactNeighborY="59750"/>
      <dgm:spPr>
        <a:blipFill>
          <a:blip xmlns:r="http://schemas.openxmlformats.org/officeDocument/2006/relationships"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F029B28-7AB6-294F-9627-67203257064B}" type="pres">
      <dgm:prSet presAssocID="{96C3B4B7-A8B1-7743-80B4-C66CF48F3C97}" presName="textRect" presStyleLbl="revTx" presStyleIdx="5" presStyleCnt="6" custScaleX="124948" custScaleY="60830" custLinFactY="44153" custLinFactNeighborX="64810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7740394-4DDC-744D-AD2C-E0E87727E256}" type="presOf" srcId="{D8BDC204-CF82-8546-882A-23C5B72B5D67}" destId="{20E26827-5697-ED4E-9209-B30D1E83D50E}" srcOrd="0" destOrd="0" presId="urn:microsoft.com/office/officeart/2005/8/layout/pList1"/>
    <dgm:cxn modelId="{1146AFE5-26FC-A94F-8085-534CBDB7A891}" srcId="{59654109-B231-584E-BF03-F1F4A3BC771A}" destId="{9D1A50E7-67E4-4244-BA65-0AE420088BC1}" srcOrd="1" destOrd="0" parTransId="{F75254B8-E7CA-1340-901D-9F568364F3A2}" sibTransId="{D8BDC204-CF82-8546-882A-23C5B72B5D67}"/>
    <dgm:cxn modelId="{2DCCDCF5-09C7-F841-B3A6-F363AAF60216}" srcId="{59654109-B231-584E-BF03-F1F4A3BC771A}" destId="{96C3B4B7-A8B1-7743-80B4-C66CF48F3C97}" srcOrd="5" destOrd="0" parTransId="{C02BABD3-4F34-8B4A-AA27-AA5BA364E4A0}" sibTransId="{335D4428-F88D-D349-B723-E9FF34BC4D29}"/>
    <dgm:cxn modelId="{00C64D09-CB10-2F4A-BEDE-724E7775BE46}" type="presOf" srcId="{33B27655-699E-B94C-8654-AB3D18560439}" destId="{F14EDB7B-3D8C-EC4D-9C8B-0F6F8FFDB8CE}" srcOrd="0" destOrd="0" presId="urn:microsoft.com/office/officeart/2005/8/layout/pList1"/>
    <dgm:cxn modelId="{7E0C083C-5B79-E149-9B75-AE0686509FE5}" type="presOf" srcId="{9CAE3599-0A31-1942-9DDA-BB21A118463D}" destId="{030968B1-B719-B548-882C-E3783360A449}" srcOrd="0" destOrd="0" presId="urn:microsoft.com/office/officeart/2005/8/layout/pList1"/>
    <dgm:cxn modelId="{7485A1E9-F95D-EC48-B972-8D7B9A193857}" srcId="{59654109-B231-584E-BF03-F1F4A3BC771A}" destId="{8E65A275-DC31-5A47-BD36-4A77DAF83B59}" srcOrd="3" destOrd="0" parTransId="{44247BF5-061E-544A-8F6E-9F726A81FCC8}" sibTransId="{D7A6B188-BFC2-4D48-84A2-D15B21E44B20}"/>
    <dgm:cxn modelId="{CDCA6507-188C-F44A-9DEF-2D4B67DCD49E}" type="presOf" srcId="{D7A6B188-BFC2-4D48-84A2-D15B21E44B20}" destId="{6EE6797C-5016-1543-9EEA-23F942FAA1EB}" srcOrd="0" destOrd="0" presId="urn:microsoft.com/office/officeart/2005/8/layout/pList1"/>
    <dgm:cxn modelId="{975D41D2-6671-6841-8B38-6F2B7993A88D}" srcId="{59654109-B231-584E-BF03-F1F4A3BC771A}" destId="{45AE999F-B0BA-214B-83D3-B60A9670F449}" srcOrd="2" destOrd="0" parTransId="{D13C6899-7213-AA4F-A913-172943BC0BA2}" sibTransId="{D1130181-B51B-4F40-BD31-82882A64E8CF}"/>
    <dgm:cxn modelId="{2215D5D1-71C3-A041-8B91-7BED39A749E1}" type="presOf" srcId="{D1130181-B51B-4F40-BD31-82882A64E8CF}" destId="{50078071-FFB9-4747-984A-3805877CE582}" srcOrd="0" destOrd="0" presId="urn:microsoft.com/office/officeart/2005/8/layout/pList1"/>
    <dgm:cxn modelId="{15E1C4EB-8317-C149-BEFC-C3AD7F492F19}" type="presOf" srcId="{8E65A275-DC31-5A47-BD36-4A77DAF83B59}" destId="{05CC6C4C-1455-7E40-AA6B-2CFF91192641}" srcOrd="0" destOrd="0" presId="urn:microsoft.com/office/officeart/2005/8/layout/pList1"/>
    <dgm:cxn modelId="{FD2EC6A1-BF79-984C-8675-0EC369975486}" type="presOf" srcId="{DD94FD2C-FE6F-894A-A870-C49594055EE5}" destId="{58F7A66B-0E79-A248-AC83-6127860D9254}" srcOrd="0" destOrd="0" presId="urn:microsoft.com/office/officeart/2005/8/layout/pList1"/>
    <dgm:cxn modelId="{A4E60C83-9433-0E40-9AB2-5B7EBA597D95}" type="presOf" srcId="{45AE999F-B0BA-214B-83D3-B60A9670F449}" destId="{D4498110-07F9-174D-955D-C66F64EFB94C}" srcOrd="0" destOrd="0" presId="urn:microsoft.com/office/officeart/2005/8/layout/pList1"/>
    <dgm:cxn modelId="{6EE04036-E76E-6445-8AAB-7FE7D64658A6}" type="presOf" srcId="{59654109-B231-584E-BF03-F1F4A3BC771A}" destId="{0D8234DB-3FD2-D24C-92ED-9F57EFBDF077}" srcOrd="0" destOrd="0" presId="urn:microsoft.com/office/officeart/2005/8/layout/pList1"/>
    <dgm:cxn modelId="{DC249E8A-F10E-204C-8EFE-AF964F87ED05}" type="presOf" srcId="{9D1A50E7-67E4-4244-BA65-0AE420088BC1}" destId="{3EA66FBF-7152-BB4D-BB4F-AF5BE1430BCD}" srcOrd="0" destOrd="0" presId="urn:microsoft.com/office/officeart/2005/8/layout/pList1"/>
    <dgm:cxn modelId="{DFEE8F95-67B9-4F45-895F-328A1D9C5EB3}" srcId="{59654109-B231-584E-BF03-F1F4A3BC771A}" destId="{6EBC46AC-C7D3-F446-859C-E6808D9FF0B5}" srcOrd="4" destOrd="0" parTransId="{27C211D0-6A2B-184A-90E0-ECB4A5E62AC6}" sibTransId="{9CAE3599-0A31-1942-9DDA-BB21A118463D}"/>
    <dgm:cxn modelId="{A12E561B-6E0D-FB45-86AB-30FE3A277DA2}" type="presOf" srcId="{6EBC46AC-C7D3-F446-859C-E6808D9FF0B5}" destId="{633A13A3-5B08-9A43-ABAF-F821E2156FF9}" srcOrd="0" destOrd="0" presId="urn:microsoft.com/office/officeart/2005/8/layout/pList1"/>
    <dgm:cxn modelId="{2C31BE3E-22FA-5A4A-9ED9-FE87894E8E48}" type="presOf" srcId="{96C3B4B7-A8B1-7743-80B4-C66CF48F3C97}" destId="{6F029B28-7AB6-294F-9627-67203257064B}" srcOrd="0" destOrd="0" presId="urn:microsoft.com/office/officeart/2005/8/layout/pList1"/>
    <dgm:cxn modelId="{52E30C0A-525E-3F4D-90E5-1B5CE32D0F0B}" srcId="{59654109-B231-584E-BF03-F1F4A3BC771A}" destId="{DD94FD2C-FE6F-894A-A870-C49594055EE5}" srcOrd="0" destOrd="0" parTransId="{3FE50AEA-5E01-374C-82E1-9313E0921B1E}" sibTransId="{33B27655-699E-B94C-8654-AB3D18560439}"/>
    <dgm:cxn modelId="{423CBFD6-902C-904A-9664-8D8B7531DABF}" type="presParOf" srcId="{0D8234DB-3FD2-D24C-92ED-9F57EFBDF077}" destId="{6CA9072D-7CC9-2347-9297-2F9C551B59C0}" srcOrd="0" destOrd="0" presId="urn:microsoft.com/office/officeart/2005/8/layout/pList1"/>
    <dgm:cxn modelId="{37272928-6D0F-0D40-BE63-1402A17FE078}" type="presParOf" srcId="{6CA9072D-7CC9-2347-9297-2F9C551B59C0}" destId="{6F70B758-84A1-F740-97B1-06FAA4DAD5D9}" srcOrd="0" destOrd="0" presId="urn:microsoft.com/office/officeart/2005/8/layout/pList1"/>
    <dgm:cxn modelId="{9C701000-1535-0146-A3BF-30A01826396D}" type="presParOf" srcId="{6CA9072D-7CC9-2347-9297-2F9C551B59C0}" destId="{58F7A66B-0E79-A248-AC83-6127860D9254}" srcOrd="1" destOrd="0" presId="urn:microsoft.com/office/officeart/2005/8/layout/pList1"/>
    <dgm:cxn modelId="{DD45F423-5986-704E-A190-05132C74DB7B}" type="presParOf" srcId="{0D8234DB-3FD2-D24C-92ED-9F57EFBDF077}" destId="{F14EDB7B-3D8C-EC4D-9C8B-0F6F8FFDB8CE}" srcOrd="1" destOrd="0" presId="urn:microsoft.com/office/officeart/2005/8/layout/pList1"/>
    <dgm:cxn modelId="{B0D6BA7D-E054-D140-B31D-9AD517723351}" type="presParOf" srcId="{0D8234DB-3FD2-D24C-92ED-9F57EFBDF077}" destId="{D62FE9DF-C7E1-BD47-BB9B-63908B9D60E2}" srcOrd="2" destOrd="0" presId="urn:microsoft.com/office/officeart/2005/8/layout/pList1"/>
    <dgm:cxn modelId="{F2ED0170-E628-5848-B387-4AFDACC426B0}" type="presParOf" srcId="{D62FE9DF-C7E1-BD47-BB9B-63908B9D60E2}" destId="{A552B258-615E-3947-A0A0-0E4BB60DDA3E}" srcOrd="0" destOrd="0" presId="urn:microsoft.com/office/officeart/2005/8/layout/pList1"/>
    <dgm:cxn modelId="{87B9392C-F103-874A-B3B8-772F36C7DCCD}" type="presParOf" srcId="{D62FE9DF-C7E1-BD47-BB9B-63908B9D60E2}" destId="{3EA66FBF-7152-BB4D-BB4F-AF5BE1430BCD}" srcOrd="1" destOrd="0" presId="urn:microsoft.com/office/officeart/2005/8/layout/pList1"/>
    <dgm:cxn modelId="{FCB35B34-C683-8C4E-8AA9-3B3665CD7B1A}" type="presParOf" srcId="{0D8234DB-3FD2-D24C-92ED-9F57EFBDF077}" destId="{20E26827-5697-ED4E-9209-B30D1E83D50E}" srcOrd="3" destOrd="0" presId="urn:microsoft.com/office/officeart/2005/8/layout/pList1"/>
    <dgm:cxn modelId="{2EE638B0-554E-DE49-B126-B07B313D60E5}" type="presParOf" srcId="{0D8234DB-3FD2-D24C-92ED-9F57EFBDF077}" destId="{63ABE62F-14A2-4D4E-8CFE-58F224C30D1A}" srcOrd="4" destOrd="0" presId="urn:microsoft.com/office/officeart/2005/8/layout/pList1"/>
    <dgm:cxn modelId="{992F8727-ED95-5B4D-B8BE-F4231C0F6A5E}" type="presParOf" srcId="{63ABE62F-14A2-4D4E-8CFE-58F224C30D1A}" destId="{188E4777-D2A1-E240-B1C5-3687E131B5D8}" srcOrd="0" destOrd="0" presId="urn:microsoft.com/office/officeart/2005/8/layout/pList1"/>
    <dgm:cxn modelId="{11E523F1-D561-CA45-B86A-64AEB9876D6F}" type="presParOf" srcId="{63ABE62F-14A2-4D4E-8CFE-58F224C30D1A}" destId="{D4498110-07F9-174D-955D-C66F64EFB94C}" srcOrd="1" destOrd="0" presId="urn:microsoft.com/office/officeart/2005/8/layout/pList1"/>
    <dgm:cxn modelId="{FFA72B21-4F91-304A-AC6D-15E8D888A0E1}" type="presParOf" srcId="{0D8234DB-3FD2-D24C-92ED-9F57EFBDF077}" destId="{50078071-FFB9-4747-984A-3805877CE582}" srcOrd="5" destOrd="0" presId="urn:microsoft.com/office/officeart/2005/8/layout/pList1"/>
    <dgm:cxn modelId="{5C5F2D1F-57A1-2A46-AA78-36D0ED661923}" type="presParOf" srcId="{0D8234DB-3FD2-D24C-92ED-9F57EFBDF077}" destId="{8876716F-24EC-CE46-AC9A-DDEE9A83EF97}" srcOrd="6" destOrd="0" presId="urn:microsoft.com/office/officeart/2005/8/layout/pList1"/>
    <dgm:cxn modelId="{E0C666DA-4643-D247-952E-02FF9A71B1AC}" type="presParOf" srcId="{8876716F-24EC-CE46-AC9A-DDEE9A83EF97}" destId="{02900C82-804C-464D-B4E1-4F91941E18FC}" srcOrd="0" destOrd="0" presId="urn:microsoft.com/office/officeart/2005/8/layout/pList1"/>
    <dgm:cxn modelId="{438AEFFE-17F5-A441-ADAD-EB4DF2924F77}" type="presParOf" srcId="{8876716F-24EC-CE46-AC9A-DDEE9A83EF97}" destId="{05CC6C4C-1455-7E40-AA6B-2CFF91192641}" srcOrd="1" destOrd="0" presId="urn:microsoft.com/office/officeart/2005/8/layout/pList1"/>
    <dgm:cxn modelId="{1B4DC9C4-543D-3B47-896E-CE4F488B84E1}" type="presParOf" srcId="{0D8234DB-3FD2-D24C-92ED-9F57EFBDF077}" destId="{6EE6797C-5016-1543-9EEA-23F942FAA1EB}" srcOrd="7" destOrd="0" presId="urn:microsoft.com/office/officeart/2005/8/layout/pList1"/>
    <dgm:cxn modelId="{ED6164E2-5252-3349-9523-1FEAF0D7E6F6}" type="presParOf" srcId="{0D8234DB-3FD2-D24C-92ED-9F57EFBDF077}" destId="{228201A1-0993-124F-B66A-349867CC3E80}" srcOrd="8" destOrd="0" presId="urn:microsoft.com/office/officeart/2005/8/layout/pList1"/>
    <dgm:cxn modelId="{7C5D4830-4B3F-0145-9307-C483BE1DDC03}" type="presParOf" srcId="{228201A1-0993-124F-B66A-349867CC3E80}" destId="{34D9C27F-B902-6C45-A783-65C99FD7F05E}" srcOrd="0" destOrd="0" presId="urn:microsoft.com/office/officeart/2005/8/layout/pList1"/>
    <dgm:cxn modelId="{1560D981-35A4-1841-9C5D-7322619ECF60}" type="presParOf" srcId="{228201A1-0993-124F-B66A-349867CC3E80}" destId="{633A13A3-5B08-9A43-ABAF-F821E2156FF9}" srcOrd="1" destOrd="0" presId="urn:microsoft.com/office/officeart/2005/8/layout/pList1"/>
    <dgm:cxn modelId="{C1C25CD7-D752-154A-80DA-8BEF259C0FEC}" type="presParOf" srcId="{0D8234DB-3FD2-D24C-92ED-9F57EFBDF077}" destId="{030968B1-B719-B548-882C-E3783360A449}" srcOrd="9" destOrd="0" presId="urn:microsoft.com/office/officeart/2005/8/layout/pList1"/>
    <dgm:cxn modelId="{72DD14FC-F695-3041-928A-A206BDB7D49B}" type="presParOf" srcId="{0D8234DB-3FD2-D24C-92ED-9F57EFBDF077}" destId="{2FD3D3D5-0702-3E49-92B7-2CAFC104B999}" srcOrd="10" destOrd="0" presId="urn:microsoft.com/office/officeart/2005/8/layout/pList1"/>
    <dgm:cxn modelId="{3352D7B1-5648-084F-89C8-0F197E67B560}" type="presParOf" srcId="{2FD3D3D5-0702-3E49-92B7-2CAFC104B999}" destId="{4778F510-E26F-6A4B-B587-9D544ED706E6}" srcOrd="0" destOrd="0" presId="urn:microsoft.com/office/officeart/2005/8/layout/pList1"/>
    <dgm:cxn modelId="{3C1BF5AB-46A2-4F48-A189-E0BF34D24447}" type="presParOf" srcId="{2FD3D3D5-0702-3E49-92B7-2CAFC104B999}" destId="{6F029B28-7AB6-294F-9627-67203257064B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A8FA6F-2C6C-3042-B773-B8B411BAB5F7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F8CB5E-1B6A-B844-99B1-B0A1F505046B}">
      <dgm:prSet phldrT="[Text]"/>
      <dgm:spPr/>
      <dgm:t>
        <a:bodyPr/>
        <a:lstStyle/>
        <a:p>
          <a:r>
            <a:rPr lang="en-US" dirty="0" smtClean="0"/>
            <a:t>Plumber Block Cover Bolt</a:t>
          </a:r>
          <a:endParaRPr lang="en-US" dirty="0"/>
        </a:p>
      </dgm:t>
    </dgm:pt>
    <dgm:pt modelId="{AAAD59A9-49EE-4B47-B00A-23C7EB94A1F0}" type="parTrans" cxnId="{19FCAD75-FBF1-F648-94F8-C46C855708B8}">
      <dgm:prSet/>
      <dgm:spPr/>
      <dgm:t>
        <a:bodyPr/>
        <a:lstStyle/>
        <a:p>
          <a:endParaRPr lang="en-US"/>
        </a:p>
      </dgm:t>
    </dgm:pt>
    <dgm:pt modelId="{1ED1ECD7-FA57-3241-B316-36F77FA35B32}" type="sibTrans" cxnId="{19FCAD75-FBF1-F648-94F8-C46C855708B8}">
      <dgm:prSet/>
      <dgm:spPr/>
      <dgm:t>
        <a:bodyPr/>
        <a:lstStyle/>
        <a:p>
          <a:endParaRPr lang="en-US"/>
        </a:p>
      </dgm:t>
    </dgm:pt>
    <dgm:pt modelId="{670D5268-26E6-3F45-BBB2-030B94E2ADF1}">
      <dgm:prSet phldrT="[Text]"/>
      <dgm:spPr/>
      <dgm:t>
        <a:bodyPr/>
        <a:lstStyle/>
        <a:p>
          <a:r>
            <a:rPr lang="en-US" dirty="0" smtClean="0"/>
            <a:t>Double End Bolt</a:t>
          </a:r>
          <a:endParaRPr lang="en-US" dirty="0"/>
        </a:p>
      </dgm:t>
    </dgm:pt>
    <dgm:pt modelId="{72AA038B-F9EC-264D-B798-D64B6645352D}" type="parTrans" cxnId="{923D26D0-79CD-3844-8D9D-2CE07F6CAA94}">
      <dgm:prSet/>
      <dgm:spPr/>
      <dgm:t>
        <a:bodyPr/>
        <a:lstStyle/>
        <a:p>
          <a:endParaRPr lang="en-US"/>
        </a:p>
      </dgm:t>
    </dgm:pt>
    <dgm:pt modelId="{19A0E56C-C08C-D74E-82D9-984433480B1A}" type="sibTrans" cxnId="{923D26D0-79CD-3844-8D9D-2CE07F6CAA94}">
      <dgm:prSet/>
      <dgm:spPr/>
      <dgm:t>
        <a:bodyPr/>
        <a:lstStyle/>
        <a:p>
          <a:endParaRPr lang="en-US"/>
        </a:p>
      </dgm:t>
    </dgm:pt>
    <dgm:pt modelId="{F91A12D7-11C3-6541-AABC-921B16D19B47}">
      <dgm:prSet phldrT="[Text]"/>
      <dgm:spPr/>
      <dgm:t>
        <a:bodyPr/>
        <a:lstStyle/>
        <a:p>
          <a:r>
            <a:rPr lang="en-US" dirty="0" smtClean="0"/>
            <a:t>Camber Cam Bolt</a:t>
          </a:r>
          <a:endParaRPr lang="en-US" dirty="0"/>
        </a:p>
      </dgm:t>
    </dgm:pt>
    <dgm:pt modelId="{87D79AA7-179C-2944-8CE2-BC7EE7827C23}" type="parTrans" cxnId="{1AA36657-B763-4A4E-805E-E027BD6D33CD}">
      <dgm:prSet/>
      <dgm:spPr/>
      <dgm:t>
        <a:bodyPr/>
        <a:lstStyle/>
        <a:p>
          <a:endParaRPr lang="en-US"/>
        </a:p>
      </dgm:t>
    </dgm:pt>
    <dgm:pt modelId="{6BF7D824-E79E-E241-91CC-CE47AFC2B2C1}" type="sibTrans" cxnId="{1AA36657-B763-4A4E-805E-E027BD6D33CD}">
      <dgm:prSet/>
      <dgm:spPr/>
      <dgm:t>
        <a:bodyPr/>
        <a:lstStyle/>
        <a:p>
          <a:endParaRPr lang="en-US"/>
        </a:p>
      </dgm:t>
    </dgm:pt>
    <dgm:pt modelId="{BF6D73CD-EDAF-0742-96F3-EDEEE68C185D}">
      <dgm:prSet phldrT="[Text]"/>
      <dgm:spPr/>
      <dgm:t>
        <a:bodyPr/>
        <a:lstStyle/>
        <a:p>
          <a:r>
            <a:rPr lang="en-US" dirty="0" smtClean="0"/>
            <a:t>Square Head Screw</a:t>
          </a:r>
          <a:endParaRPr lang="en-US" dirty="0"/>
        </a:p>
      </dgm:t>
    </dgm:pt>
    <dgm:pt modelId="{3F3B9186-521C-C441-BE1D-844C4B9BAC12}" type="parTrans" cxnId="{0F562745-70CC-4241-AD0F-501F532144AF}">
      <dgm:prSet/>
      <dgm:spPr/>
      <dgm:t>
        <a:bodyPr/>
        <a:lstStyle/>
        <a:p>
          <a:endParaRPr lang="en-US"/>
        </a:p>
      </dgm:t>
    </dgm:pt>
    <dgm:pt modelId="{73B9ABE9-59B0-FE41-BF92-8E8B27E8067E}" type="sibTrans" cxnId="{0F562745-70CC-4241-AD0F-501F532144AF}">
      <dgm:prSet/>
      <dgm:spPr/>
      <dgm:t>
        <a:bodyPr/>
        <a:lstStyle/>
        <a:p>
          <a:endParaRPr lang="en-US"/>
        </a:p>
      </dgm:t>
    </dgm:pt>
    <dgm:pt modelId="{8B876629-8B97-5942-8D17-BB1C5FAAEDCA}" type="pres">
      <dgm:prSet presAssocID="{58A8FA6F-2C6C-3042-B773-B8B411BAB5F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5D85DE-204E-8D4D-83F7-BC038EC8E5DB}" type="pres">
      <dgm:prSet presAssocID="{80F8CB5E-1B6A-B844-99B1-B0A1F505046B}" presName="compNode" presStyleCnt="0"/>
      <dgm:spPr/>
    </dgm:pt>
    <dgm:pt modelId="{FF7F6ED3-BE41-1A42-A97B-D46E2730BB62}" type="pres">
      <dgm:prSet presAssocID="{80F8CB5E-1B6A-B844-99B1-B0A1F505046B}" presName="pictRect" presStyleLbl="node1" presStyleIdx="0" presStyleCnt="4" custScaleX="187901" custScaleY="221935" custLinFactNeighborX="3367" custLinFactNeighborY="-35588"/>
      <dgm:spPr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713717E6-D6EA-7F4F-9FAC-E70C14CE9E67}" type="pres">
      <dgm:prSet presAssocID="{80F8CB5E-1B6A-B844-99B1-B0A1F505046B}" presName="textRect" presStyleLbl="revTx" presStyleIdx="0" presStyleCnt="4" custScaleX="151540" custScaleY="80237" custLinFactNeighborX="-6819" custLinFactNeighborY="231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433BF-4E4D-284B-A74E-4DD93180CC9E}" type="pres">
      <dgm:prSet presAssocID="{1ED1ECD7-FA57-3241-B316-36F77FA35B3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2222A44-82AD-8A4D-8022-727D875978BD}" type="pres">
      <dgm:prSet presAssocID="{670D5268-26E6-3F45-BBB2-030B94E2ADF1}" presName="compNode" presStyleCnt="0"/>
      <dgm:spPr/>
    </dgm:pt>
    <dgm:pt modelId="{5B793540-31D0-324A-B158-EF9B962BFB97}" type="pres">
      <dgm:prSet presAssocID="{670D5268-26E6-3F45-BBB2-030B94E2ADF1}" presName="pictRect" presStyleLbl="node1" presStyleIdx="1" presStyleCnt="4" custScaleX="292657" custScaleY="292526" custLinFactNeighborX="5498" custLinFactNeighborY="-12295"/>
      <dgm:spPr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20E75A2-A9BB-ED45-8EC5-52C24D64FEDC}" type="pres">
      <dgm:prSet presAssocID="{670D5268-26E6-3F45-BBB2-030B94E2ADF1}" presName="textRect" presStyleLbl="revTx" presStyleIdx="1" presStyleCnt="4" custScaleX="176166" custScaleY="211695" custLinFactY="8847" custLinFactNeighborX="24184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5BCF17-95CF-5743-8E1D-6CF40F40AEA2}" type="pres">
      <dgm:prSet presAssocID="{19A0E56C-C08C-D74E-82D9-984433480B1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94C64FB-FB3F-EF4C-A6DA-3A747C4A7D74}" type="pres">
      <dgm:prSet presAssocID="{F91A12D7-11C3-6541-AABC-921B16D19B47}" presName="compNode" presStyleCnt="0"/>
      <dgm:spPr/>
    </dgm:pt>
    <dgm:pt modelId="{2D997CC7-D97B-0444-BC34-7EDF9DFF9446}" type="pres">
      <dgm:prSet presAssocID="{F91A12D7-11C3-6541-AABC-921B16D19B47}" presName="pictRect" presStyleLbl="node1" presStyleIdx="2" presStyleCnt="4" custScaleX="266157" custScaleY="220372" custLinFactX="-16418" custLinFactNeighborX="-100000" custLinFactNeighborY="-40341"/>
      <dgm:spPr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449EFD45-DD20-D040-B3DB-9AC419DDADD5}" type="pres">
      <dgm:prSet presAssocID="{F91A12D7-11C3-6541-AABC-921B16D19B47}" presName="textRect" presStyleLbl="revTx" presStyleIdx="2" presStyleCnt="4" custScaleX="157265" custLinFactNeighborX="-46136" custLinFactNeighborY="86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CAFF76-2405-8343-AEF8-B40C42AE969F}" type="pres">
      <dgm:prSet presAssocID="{6BF7D824-E79E-E241-91CC-CE47AFC2B2C1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66458F7-EF68-CF45-994C-F5A0E5C29B09}" type="pres">
      <dgm:prSet presAssocID="{BF6D73CD-EDAF-0742-96F3-EDEEE68C185D}" presName="compNode" presStyleCnt="0"/>
      <dgm:spPr/>
    </dgm:pt>
    <dgm:pt modelId="{BADB3AE5-9C36-284B-93CD-08DBB8EE3374}" type="pres">
      <dgm:prSet presAssocID="{BF6D73CD-EDAF-0742-96F3-EDEEE68C185D}" presName="pictRect" presStyleLbl="node1" presStyleIdx="3" presStyleCnt="4" custScaleX="139305" custScaleY="151512" custLinFactNeighborX="-8631" custLinFactNeighborY="-12843"/>
      <dgm:spPr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839D367-5555-E240-B20D-F056E517B47C}" type="pres">
      <dgm:prSet presAssocID="{BF6D73CD-EDAF-0742-96F3-EDEEE68C185D}" presName="textRect" presStyleLbl="revTx" presStyleIdx="3" presStyleCnt="4" custScaleX="148726" custLinFactNeighborX="203" custLinFactNeighborY="-239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FCAD75-FBF1-F648-94F8-C46C855708B8}" srcId="{58A8FA6F-2C6C-3042-B773-B8B411BAB5F7}" destId="{80F8CB5E-1B6A-B844-99B1-B0A1F505046B}" srcOrd="0" destOrd="0" parTransId="{AAAD59A9-49EE-4B47-B00A-23C7EB94A1F0}" sibTransId="{1ED1ECD7-FA57-3241-B316-36F77FA35B32}"/>
    <dgm:cxn modelId="{62461382-2773-114D-B427-77D2DFA59C8B}" type="presOf" srcId="{F91A12D7-11C3-6541-AABC-921B16D19B47}" destId="{449EFD45-DD20-D040-B3DB-9AC419DDADD5}" srcOrd="0" destOrd="0" presId="urn:microsoft.com/office/officeart/2005/8/layout/pList1"/>
    <dgm:cxn modelId="{A397B154-C4E7-524C-B436-7F94B9BF1E06}" type="presOf" srcId="{BF6D73CD-EDAF-0742-96F3-EDEEE68C185D}" destId="{E839D367-5555-E240-B20D-F056E517B47C}" srcOrd="0" destOrd="0" presId="urn:microsoft.com/office/officeart/2005/8/layout/pList1"/>
    <dgm:cxn modelId="{923D26D0-79CD-3844-8D9D-2CE07F6CAA94}" srcId="{58A8FA6F-2C6C-3042-B773-B8B411BAB5F7}" destId="{670D5268-26E6-3F45-BBB2-030B94E2ADF1}" srcOrd="1" destOrd="0" parTransId="{72AA038B-F9EC-264D-B798-D64B6645352D}" sibTransId="{19A0E56C-C08C-D74E-82D9-984433480B1A}"/>
    <dgm:cxn modelId="{7527DC26-4D15-9F4E-80D9-C7D716FEEFEE}" type="presOf" srcId="{6BF7D824-E79E-E241-91CC-CE47AFC2B2C1}" destId="{A6CAFF76-2405-8343-AEF8-B40C42AE969F}" srcOrd="0" destOrd="0" presId="urn:microsoft.com/office/officeart/2005/8/layout/pList1"/>
    <dgm:cxn modelId="{210861FF-7CC0-9649-889E-BC5F7780F0E7}" type="presOf" srcId="{670D5268-26E6-3F45-BBB2-030B94E2ADF1}" destId="{E20E75A2-A9BB-ED45-8EC5-52C24D64FEDC}" srcOrd="0" destOrd="0" presId="urn:microsoft.com/office/officeart/2005/8/layout/pList1"/>
    <dgm:cxn modelId="{E3747135-2E5B-F343-BD12-B36205FB09C0}" type="presOf" srcId="{19A0E56C-C08C-D74E-82D9-984433480B1A}" destId="{0F5BCF17-95CF-5743-8E1D-6CF40F40AEA2}" srcOrd="0" destOrd="0" presId="urn:microsoft.com/office/officeart/2005/8/layout/pList1"/>
    <dgm:cxn modelId="{0F562745-70CC-4241-AD0F-501F532144AF}" srcId="{58A8FA6F-2C6C-3042-B773-B8B411BAB5F7}" destId="{BF6D73CD-EDAF-0742-96F3-EDEEE68C185D}" srcOrd="3" destOrd="0" parTransId="{3F3B9186-521C-C441-BE1D-844C4B9BAC12}" sibTransId="{73B9ABE9-59B0-FE41-BF92-8E8B27E8067E}"/>
    <dgm:cxn modelId="{903050F9-EA54-0547-AC20-329C518A8913}" type="presOf" srcId="{1ED1ECD7-FA57-3241-B316-36F77FA35B32}" destId="{DCF433BF-4E4D-284B-A74E-4DD93180CC9E}" srcOrd="0" destOrd="0" presId="urn:microsoft.com/office/officeart/2005/8/layout/pList1"/>
    <dgm:cxn modelId="{1AA36657-B763-4A4E-805E-E027BD6D33CD}" srcId="{58A8FA6F-2C6C-3042-B773-B8B411BAB5F7}" destId="{F91A12D7-11C3-6541-AABC-921B16D19B47}" srcOrd="2" destOrd="0" parTransId="{87D79AA7-179C-2944-8CE2-BC7EE7827C23}" sibTransId="{6BF7D824-E79E-E241-91CC-CE47AFC2B2C1}"/>
    <dgm:cxn modelId="{A0339FF7-011D-9845-B19A-A5010F0F7BFC}" type="presOf" srcId="{80F8CB5E-1B6A-B844-99B1-B0A1F505046B}" destId="{713717E6-D6EA-7F4F-9FAC-E70C14CE9E67}" srcOrd="0" destOrd="0" presId="urn:microsoft.com/office/officeart/2005/8/layout/pList1"/>
    <dgm:cxn modelId="{872B9478-0F88-944C-88B9-5D9A6CEFAED2}" type="presOf" srcId="{58A8FA6F-2C6C-3042-B773-B8B411BAB5F7}" destId="{8B876629-8B97-5942-8D17-BB1C5FAAEDCA}" srcOrd="0" destOrd="0" presId="urn:microsoft.com/office/officeart/2005/8/layout/pList1"/>
    <dgm:cxn modelId="{59F16D92-E57B-3746-9696-032003046F4B}" type="presParOf" srcId="{8B876629-8B97-5942-8D17-BB1C5FAAEDCA}" destId="{1B5D85DE-204E-8D4D-83F7-BC038EC8E5DB}" srcOrd="0" destOrd="0" presId="urn:microsoft.com/office/officeart/2005/8/layout/pList1"/>
    <dgm:cxn modelId="{6CF2F79F-A1D8-D64F-A03E-A281D6A559BE}" type="presParOf" srcId="{1B5D85DE-204E-8D4D-83F7-BC038EC8E5DB}" destId="{FF7F6ED3-BE41-1A42-A97B-D46E2730BB62}" srcOrd="0" destOrd="0" presId="urn:microsoft.com/office/officeart/2005/8/layout/pList1"/>
    <dgm:cxn modelId="{4CAAEB8C-2406-B942-85BC-CBAF1107A37F}" type="presParOf" srcId="{1B5D85DE-204E-8D4D-83F7-BC038EC8E5DB}" destId="{713717E6-D6EA-7F4F-9FAC-E70C14CE9E67}" srcOrd="1" destOrd="0" presId="urn:microsoft.com/office/officeart/2005/8/layout/pList1"/>
    <dgm:cxn modelId="{207C4CCB-C94A-E742-9BB5-CE28600C862B}" type="presParOf" srcId="{8B876629-8B97-5942-8D17-BB1C5FAAEDCA}" destId="{DCF433BF-4E4D-284B-A74E-4DD93180CC9E}" srcOrd="1" destOrd="0" presId="urn:microsoft.com/office/officeart/2005/8/layout/pList1"/>
    <dgm:cxn modelId="{CA9D3934-40C8-3A4B-AA71-9683225BE669}" type="presParOf" srcId="{8B876629-8B97-5942-8D17-BB1C5FAAEDCA}" destId="{62222A44-82AD-8A4D-8022-727D875978BD}" srcOrd="2" destOrd="0" presId="urn:microsoft.com/office/officeart/2005/8/layout/pList1"/>
    <dgm:cxn modelId="{90DDBE57-1E47-9140-962E-CF170A0F6C60}" type="presParOf" srcId="{62222A44-82AD-8A4D-8022-727D875978BD}" destId="{5B793540-31D0-324A-B158-EF9B962BFB97}" srcOrd="0" destOrd="0" presId="urn:microsoft.com/office/officeart/2005/8/layout/pList1"/>
    <dgm:cxn modelId="{957A0FD3-3654-3E47-AF99-3BC6140E3112}" type="presParOf" srcId="{62222A44-82AD-8A4D-8022-727D875978BD}" destId="{E20E75A2-A9BB-ED45-8EC5-52C24D64FEDC}" srcOrd="1" destOrd="0" presId="urn:microsoft.com/office/officeart/2005/8/layout/pList1"/>
    <dgm:cxn modelId="{30502A36-1AE5-A74B-8290-0818E7F6D208}" type="presParOf" srcId="{8B876629-8B97-5942-8D17-BB1C5FAAEDCA}" destId="{0F5BCF17-95CF-5743-8E1D-6CF40F40AEA2}" srcOrd="3" destOrd="0" presId="urn:microsoft.com/office/officeart/2005/8/layout/pList1"/>
    <dgm:cxn modelId="{B56081A9-9332-0145-AA41-14B715F19A91}" type="presParOf" srcId="{8B876629-8B97-5942-8D17-BB1C5FAAEDCA}" destId="{D94C64FB-FB3F-EF4C-A6DA-3A747C4A7D74}" srcOrd="4" destOrd="0" presId="urn:microsoft.com/office/officeart/2005/8/layout/pList1"/>
    <dgm:cxn modelId="{26F20004-47F0-B240-B269-6180D2FCCD4E}" type="presParOf" srcId="{D94C64FB-FB3F-EF4C-A6DA-3A747C4A7D74}" destId="{2D997CC7-D97B-0444-BC34-7EDF9DFF9446}" srcOrd="0" destOrd="0" presId="urn:microsoft.com/office/officeart/2005/8/layout/pList1"/>
    <dgm:cxn modelId="{10C9D60D-D274-9541-A1B5-53EEAEF6D334}" type="presParOf" srcId="{D94C64FB-FB3F-EF4C-A6DA-3A747C4A7D74}" destId="{449EFD45-DD20-D040-B3DB-9AC419DDADD5}" srcOrd="1" destOrd="0" presId="urn:microsoft.com/office/officeart/2005/8/layout/pList1"/>
    <dgm:cxn modelId="{8DE5E62E-A5ED-7349-BE88-4AAECCEDFCF1}" type="presParOf" srcId="{8B876629-8B97-5942-8D17-BB1C5FAAEDCA}" destId="{A6CAFF76-2405-8343-AEF8-B40C42AE969F}" srcOrd="5" destOrd="0" presId="urn:microsoft.com/office/officeart/2005/8/layout/pList1"/>
    <dgm:cxn modelId="{C62750A9-3138-3C44-AC12-DFED756E0EFD}" type="presParOf" srcId="{8B876629-8B97-5942-8D17-BB1C5FAAEDCA}" destId="{466458F7-EF68-CF45-994C-F5A0E5C29B09}" srcOrd="6" destOrd="0" presId="urn:microsoft.com/office/officeart/2005/8/layout/pList1"/>
    <dgm:cxn modelId="{18706746-239D-7643-A830-8D1E0C4E22C9}" type="presParOf" srcId="{466458F7-EF68-CF45-994C-F5A0E5C29B09}" destId="{BADB3AE5-9C36-284B-93CD-08DBB8EE3374}" srcOrd="0" destOrd="0" presId="urn:microsoft.com/office/officeart/2005/8/layout/pList1"/>
    <dgm:cxn modelId="{16EBC82E-7840-6440-83A6-10F577901D15}" type="presParOf" srcId="{466458F7-EF68-CF45-994C-F5A0E5C29B09}" destId="{E839D367-5555-E240-B20D-F056E517B47C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651C2E-3DE5-5C42-86EB-6B0085AF2FDE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0F5BA4-0D72-A149-BB9B-5042B391EC41}">
      <dgm:prSet phldrT="[Text]"/>
      <dgm:spPr/>
      <dgm:t>
        <a:bodyPr/>
        <a:lstStyle/>
        <a:p>
          <a:r>
            <a:rPr lang="en-US" dirty="0" smtClean="0"/>
            <a:t>Self tapping Screws</a:t>
          </a:r>
          <a:endParaRPr lang="en-US" dirty="0"/>
        </a:p>
      </dgm:t>
    </dgm:pt>
    <dgm:pt modelId="{B89F3125-892F-304D-928F-DE88206D8857}" type="parTrans" cxnId="{2BEEBB41-342E-1541-B964-EFA8CDDA87D4}">
      <dgm:prSet/>
      <dgm:spPr/>
      <dgm:t>
        <a:bodyPr/>
        <a:lstStyle/>
        <a:p>
          <a:endParaRPr lang="en-US"/>
        </a:p>
      </dgm:t>
    </dgm:pt>
    <dgm:pt modelId="{20D3F077-506E-CE42-94EC-152AAC949B54}" type="sibTrans" cxnId="{2BEEBB41-342E-1541-B964-EFA8CDDA87D4}">
      <dgm:prSet/>
      <dgm:spPr/>
      <dgm:t>
        <a:bodyPr/>
        <a:lstStyle/>
        <a:p>
          <a:endParaRPr lang="en-US"/>
        </a:p>
      </dgm:t>
    </dgm:pt>
    <dgm:pt modelId="{0A367902-C0BC-E140-913D-0D3239E8D30E}">
      <dgm:prSet phldrT="[Text]"/>
      <dgm:spPr/>
      <dgm:t>
        <a:bodyPr/>
        <a:lstStyle/>
        <a:p>
          <a:r>
            <a:rPr lang="en-US" dirty="0" smtClean="0"/>
            <a:t>Slotted Screws</a:t>
          </a:r>
        </a:p>
        <a:p>
          <a:endParaRPr lang="en-US" dirty="0"/>
        </a:p>
      </dgm:t>
    </dgm:pt>
    <dgm:pt modelId="{B19DB1C1-10C6-5F40-B1A4-9678AEBC2AF2}" type="parTrans" cxnId="{1EE954EF-82AE-9C4D-A3B3-8625EDB8D01A}">
      <dgm:prSet/>
      <dgm:spPr/>
      <dgm:t>
        <a:bodyPr/>
        <a:lstStyle/>
        <a:p>
          <a:endParaRPr lang="en-US"/>
        </a:p>
      </dgm:t>
    </dgm:pt>
    <dgm:pt modelId="{072A6478-0AEA-DC46-8BDD-C736BFD606CF}" type="sibTrans" cxnId="{1EE954EF-82AE-9C4D-A3B3-8625EDB8D01A}">
      <dgm:prSet/>
      <dgm:spPr/>
      <dgm:t>
        <a:bodyPr/>
        <a:lstStyle/>
        <a:p>
          <a:endParaRPr lang="en-US"/>
        </a:p>
      </dgm:t>
    </dgm:pt>
    <dgm:pt modelId="{FBC17607-88DC-0B4C-BE6E-7DD900354104}">
      <dgm:prSet phldrT="[Text]"/>
      <dgm:spPr/>
      <dgm:t>
        <a:bodyPr/>
        <a:lstStyle/>
        <a:p>
          <a:r>
            <a:rPr lang="en-US" dirty="0" smtClean="0"/>
            <a:t>Allen Bolts</a:t>
          </a:r>
          <a:endParaRPr lang="en-US" dirty="0"/>
        </a:p>
      </dgm:t>
    </dgm:pt>
    <dgm:pt modelId="{14A6181B-F3AA-9C4B-8A59-15EDE33FE8C1}" type="parTrans" cxnId="{81B51EB2-D1DD-2145-AA5D-A5C5E98B1183}">
      <dgm:prSet/>
      <dgm:spPr/>
      <dgm:t>
        <a:bodyPr/>
        <a:lstStyle/>
        <a:p>
          <a:endParaRPr lang="en-US"/>
        </a:p>
      </dgm:t>
    </dgm:pt>
    <dgm:pt modelId="{771288B6-CB2E-B847-90A0-EE7156CDE3C8}" type="sibTrans" cxnId="{81B51EB2-D1DD-2145-AA5D-A5C5E98B1183}">
      <dgm:prSet/>
      <dgm:spPr/>
      <dgm:t>
        <a:bodyPr/>
        <a:lstStyle/>
        <a:p>
          <a:endParaRPr lang="en-US"/>
        </a:p>
      </dgm:t>
    </dgm:pt>
    <dgm:pt modelId="{1C4FF673-710E-B646-B348-FD49FA79A9C5}">
      <dgm:prSet phldrT="[Text]"/>
      <dgm:spPr/>
      <dgm:t>
        <a:bodyPr/>
        <a:lstStyle/>
        <a:p>
          <a:r>
            <a:rPr lang="en-US" dirty="0" smtClean="0"/>
            <a:t>Square Head Screws</a:t>
          </a:r>
          <a:endParaRPr lang="en-US" dirty="0"/>
        </a:p>
      </dgm:t>
    </dgm:pt>
    <dgm:pt modelId="{E7F27DC9-245C-6F4C-BB79-002D2D30DB7E}" type="parTrans" cxnId="{C79DC1CE-1794-5A48-B0D8-F8B3886DD951}">
      <dgm:prSet/>
      <dgm:spPr/>
      <dgm:t>
        <a:bodyPr/>
        <a:lstStyle/>
        <a:p>
          <a:endParaRPr lang="en-US"/>
        </a:p>
      </dgm:t>
    </dgm:pt>
    <dgm:pt modelId="{5A1FD0AB-AC67-694D-8078-328EA461F2DC}" type="sibTrans" cxnId="{C79DC1CE-1794-5A48-B0D8-F8B3886DD951}">
      <dgm:prSet/>
      <dgm:spPr/>
      <dgm:t>
        <a:bodyPr/>
        <a:lstStyle/>
        <a:p>
          <a:endParaRPr lang="en-US"/>
        </a:p>
      </dgm:t>
    </dgm:pt>
    <dgm:pt modelId="{B1998758-798F-5A48-B092-6EB5CD2C503D}">
      <dgm:prSet phldrT="[Text]"/>
      <dgm:spPr/>
      <dgm:t>
        <a:bodyPr/>
        <a:lstStyle/>
        <a:p>
          <a:r>
            <a:rPr lang="en-US" dirty="0" smtClean="0"/>
            <a:t>Six lobe screw</a:t>
          </a:r>
          <a:endParaRPr lang="en-US" dirty="0"/>
        </a:p>
      </dgm:t>
    </dgm:pt>
    <dgm:pt modelId="{252E948F-642E-BE4A-8720-0775B15A2F72}" type="parTrans" cxnId="{B7E29DE4-95DE-6D42-9DE6-26E31B5033DF}">
      <dgm:prSet/>
      <dgm:spPr/>
      <dgm:t>
        <a:bodyPr/>
        <a:lstStyle/>
        <a:p>
          <a:endParaRPr lang="en-US"/>
        </a:p>
      </dgm:t>
    </dgm:pt>
    <dgm:pt modelId="{11E2AACA-20BF-2A43-8C6E-283E76909539}" type="sibTrans" cxnId="{B7E29DE4-95DE-6D42-9DE6-26E31B5033DF}">
      <dgm:prSet/>
      <dgm:spPr/>
      <dgm:t>
        <a:bodyPr/>
        <a:lstStyle/>
        <a:p>
          <a:endParaRPr lang="en-US"/>
        </a:p>
      </dgm:t>
    </dgm:pt>
    <dgm:pt modelId="{59522E51-9928-DD40-8480-DFC73F628E85}">
      <dgm:prSet phldrT="[Text]"/>
      <dgm:spPr/>
      <dgm:t>
        <a:bodyPr/>
        <a:lstStyle/>
        <a:p>
          <a:r>
            <a:rPr lang="en-US" dirty="0" smtClean="0"/>
            <a:t>External 6 lobe bolt</a:t>
          </a:r>
          <a:endParaRPr lang="en-US" dirty="0"/>
        </a:p>
      </dgm:t>
    </dgm:pt>
    <dgm:pt modelId="{52D1D4C1-1CA7-4344-9D9F-8370C93F20F7}" type="parTrans" cxnId="{6D0872D1-13D6-CD4C-8F23-B79F64409B6B}">
      <dgm:prSet/>
      <dgm:spPr/>
      <dgm:t>
        <a:bodyPr/>
        <a:lstStyle/>
        <a:p>
          <a:endParaRPr lang="en-US"/>
        </a:p>
      </dgm:t>
    </dgm:pt>
    <dgm:pt modelId="{A585C1FA-3CA3-FB42-9F6C-A94DBCF85D4F}" type="sibTrans" cxnId="{6D0872D1-13D6-CD4C-8F23-B79F64409B6B}">
      <dgm:prSet/>
      <dgm:spPr/>
      <dgm:t>
        <a:bodyPr/>
        <a:lstStyle/>
        <a:p>
          <a:endParaRPr lang="en-US"/>
        </a:p>
      </dgm:t>
    </dgm:pt>
    <dgm:pt modelId="{EB0A224F-7C3A-F44E-A004-BE94B2BF3198}" type="pres">
      <dgm:prSet presAssocID="{3B651C2E-3DE5-5C42-86EB-6B0085AF2FD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8844F02-2C8E-DD4C-B1F9-6C56B84ADF55}" type="pres">
      <dgm:prSet presAssocID="{860F5BA4-0D72-A149-BB9B-5042B391EC41}" presName="compNode" presStyleCnt="0"/>
      <dgm:spPr/>
    </dgm:pt>
    <dgm:pt modelId="{A8153FD9-BBB0-EB4A-A0B4-B79934DA4B73}" type="pres">
      <dgm:prSet presAssocID="{860F5BA4-0D72-A149-BB9B-5042B391EC41}" presName="pictRect" presStyleLbl="node1" presStyleIdx="0" presStyleCnt="6" custScaleX="144585" custScaleY="149656" custLinFactNeighborX="-3662" custLinFactNeighborY="-44580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D1CBBF6-BD38-014B-B88D-DDB2FFCDA4BE}" type="pres">
      <dgm:prSet presAssocID="{860F5BA4-0D72-A149-BB9B-5042B391EC41}" presName="textRect" presStyleLbl="revTx" presStyleIdx="0" presStyleCnt="6" custScaleX="149607" custLinFactNeighborX="-1576" custLinFactNeighborY="-561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4E059D-375A-804C-909C-CF3FC8230A85}" type="pres">
      <dgm:prSet presAssocID="{20D3F077-506E-CE42-94EC-152AAC949B5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17A2C1D-8AE2-5C41-B433-34B3B5140642}" type="pres">
      <dgm:prSet presAssocID="{0A367902-C0BC-E140-913D-0D3239E8D30E}" presName="compNode" presStyleCnt="0"/>
      <dgm:spPr/>
    </dgm:pt>
    <dgm:pt modelId="{64DB5711-CDF3-6E46-881C-30747526BC27}" type="pres">
      <dgm:prSet presAssocID="{0A367902-C0BC-E140-913D-0D3239E8D30E}" presName="pictRect" presStyleLbl="node1" presStyleIdx="1" presStyleCnt="6" custScaleX="130803" custScaleY="132406" custLinFactNeighborX="12210" custLinFactNeighborY="-32376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1F820294-8D46-C842-BF21-937AFD7B6063}" type="pres">
      <dgm:prSet presAssocID="{0A367902-C0BC-E140-913D-0D3239E8D30E}" presName="textRect" presStyleLbl="revTx" presStyleIdx="1" presStyleCnt="6" custLinFactNeighborX="12437" custLinFactNeighborY="-4424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C1F8DE-7B14-D341-9005-6BFCE4837B07}" type="pres">
      <dgm:prSet presAssocID="{072A6478-0AEA-DC46-8BDD-C736BFD606C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3857A90-0546-3B4D-86FF-21789D09E0A1}" type="pres">
      <dgm:prSet presAssocID="{FBC17607-88DC-0B4C-BE6E-7DD900354104}" presName="compNode" presStyleCnt="0"/>
      <dgm:spPr/>
    </dgm:pt>
    <dgm:pt modelId="{2CFD803E-7DCB-3B4E-824A-571E921FFCEA}" type="pres">
      <dgm:prSet presAssocID="{FBC17607-88DC-0B4C-BE6E-7DD900354104}" presName="pictRect" presStyleLbl="node1" presStyleIdx="2" presStyleCnt="6" custScaleX="168250" custScaleY="223045" custLinFactX="-100000" custLinFactY="81252" custLinFactNeighborX="-177065" custLinFactNeighborY="100000"/>
      <dgm:spPr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6" t="2543" r="2681" b="1701"/>
          </a:stretch>
        </a:blipFill>
      </dgm:spPr>
      <dgm:t>
        <a:bodyPr/>
        <a:lstStyle/>
        <a:p>
          <a:endParaRPr lang="en-US"/>
        </a:p>
      </dgm:t>
    </dgm:pt>
    <dgm:pt modelId="{F0FCA30E-6BB1-6348-AEEC-94D1D33C2D32}" type="pres">
      <dgm:prSet presAssocID="{FBC17607-88DC-0B4C-BE6E-7DD900354104}" presName="textRect" presStyleLbl="revTx" presStyleIdx="2" presStyleCnt="6" custLinFactX="-100000" custLinFactY="200000" custLinFactNeighborX="-172120" custLinFactNeighborY="22629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17D786-5D97-9944-A34D-715E36FEAFEF}" type="pres">
      <dgm:prSet presAssocID="{771288B6-CB2E-B847-90A0-EE7156CDE3C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BBFA259-60FE-134C-B262-2C9A0A69FAE3}" type="pres">
      <dgm:prSet presAssocID="{1C4FF673-710E-B646-B348-FD49FA79A9C5}" presName="compNode" presStyleCnt="0"/>
      <dgm:spPr/>
    </dgm:pt>
    <dgm:pt modelId="{DCF84ECF-C6F6-024A-B466-6F9D56D5047A}" type="pres">
      <dgm:prSet presAssocID="{1C4FF673-710E-B646-B348-FD49FA79A9C5}" presName="pictRect" presStyleLbl="node1" presStyleIdx="3" presStyleCnt="6" custScaleX="102068" custScaleY="149954" custLinFactX="100000" custLinFactY="-100000" custLinFactNeighborX="173222" custLinFactNeighborY="-156193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C5B3F844-CA30-B440-9897-344FAA2847FE}" type="pres">
      <dgm:prSet presAssocID="{1C4FF673-710E-B646-B348-FD49FA79A9C5}" presName="textRect" presStyleLbl="revTx" presStyleIdx="3" presStyleCnt="6" custLinFactX="100000" custLinFactY="-200000" custLinFactNeighborX="172188" custLinFactNeighborY="-2340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16D061-90E2-184B-BC6F-6B2F282CB9C5}" type="pres">
      <dgm:prSet presAssocID="{5A1FD0AB-AC67-694D-8078-328EA461F2D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B886AC8B-10D3-E642-B8C9-3D9D5F6ED012}" type="pres">
      <dgm:prSet presAssocID="{B1998758-798F-5A48-B092-6EB5CD2C503D}" presName="compNode" presStyleCnt="0"/>
      <dgm:spPr/>
    </dgm:pt>
    <dgm:pt modelId="{FF9C8482-5A57-624D-A40B-4AF3538D5651}" type="pres">
      <dgm:prSet presAssocID="{B1998758-798F-5A48-B092-6EB5CD2C503D}" presName="pictRect" presStyleLbl="node1" presStyleIdx="4" presStyleCnt="6" custScaleX="121200" custScaleY="126761" custLinFactNeighborX="45353" custLinFactNeighborY="-11781"/>
      <dgm:spPr>
        <a:blipFill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52BE6EC1-B502-EF41-B513-23589F85CBA8}" type="pres">
      <dgm:prSet presAssocID="{B1998758-798F-5A48-B092-6EB5CD2C503D}" presName="textRect" presStyleLbl="revTx" presStyleIdx="4" presStyleCnt="6" custLinFactNeighborX="38306" custLinFactNeighborY="70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10EFB4-6FCC-C246-A700-128B30B98AE3}" type="pres">
      <dgm:prSet presAssocID="{11E2AACA-20BF-2A43-8C6E-283E7690953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926E6AB-9C50-E14D-A789-A528824355D5}" type="pres">
      <dgm:prSet presAssocID="{59522E51-9928-DD40-8480-DFC73F628E85}" presName="compNode" presStyleCnt="0"/>
      <dgm:spPr/>
    </dgm:pt>
    <dgm:pt modelId="{9568D783-6F88-794C-9818-453A44B577AB}" type="pres">
      <dgm:prSet presAssocID="{59522E51-9928-DD40-8480-DFC73F628E85}" presName="pictRect" presStyleLbl="node1" presStyleIdx="5" presStyleCnt="6" custScaleX="65664" custScaleY="155611" custLinFactNeighborX="42668" custLinFactNeighborY="-25198"/>
      <dgm:spPr>
        <a:blipFill>
          <a:blip xmlns:r="http://schemas.openxmlformats.org/officeDocument/2006/relationships"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3AD3C9F3-C081-8344-85F0-DD0325B62688}" type="pres">
      <dgm:prSet presAssocID="{59522E51-9928-DD40-8480-DFC73F628E85}" presName="textRect" presStyleLbl="revTx" presStyleIdx="5" presStyleCnt="6" custLinFactNeighborX="31409" custLinFactNeighborY="1276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FAEA8BD-49BF-6445-A9BF-D68CE1A1929F}" type="presOf" srcId="{59522E51-9928-DD40-8480-DFC73F628E85}" destId="{3AD3C9F3-C081-8344-85F0-DD0325B62688}" srcOrd="0" destOrd="0" presId="urn:microsoft.com/office/officeart/2005/8/layout/pList1"/>
    <dgm:cxn modelId="{6D0872D1-13D6-CD4C-8F23-B79F64409B6B}" srcId="{3B651C2E-3DE5-5C42-86EB-6B0085AF2FDE}" destId="{59522E51-9928-DD40-8480-DFC73F628E85}" srcOrd="5" destOrd="0" parTransId="{52D1D4C1-1CA7-4344-9D9F-8370C93F20F7}" sibTransId="{A585C1FA-3CA3-FB42-9F6C-A94DBCF85D4F}"/>
    <dgm:cxn modelId="{84030921-1132-954F-BA9D-FBF065A24135}" type="presOf" srcId="{0A367902-C0BC-E140-913D-0D3239E8D30E}" destId="{1F820294-8D46-C842-BF21-937AFD7B6063}" srcOrd="0" destOrd="0" presId="urn:microsoft.com/office/officeart/2005/8/layout/pList1"/>
    <dgm:cxn modelId="{48220622-AC69-A943-A805-E70B2B6EB323}" type="presOf" srcId="{771288B6-CB2E-B847-90A0-EE7156CDE3C8}" destId="{A717D786-5D97-9944-A34D-715E36FEAFEF}" srcOrd="0" destOrd="0" presId="urn:microsoft.com/office/officeart/2005/8/layout/pList1"/>
    <dgm:cxn modelId="{66F79EF2-A94E-8F41-843F-8685F84A41BF}" type="presOf" srcId="{FBC17607-88DC-0B4C-BE6E-7DD900354104}" destId="{F0FCA30E-6BB1-6348-AEEC-94D1D33C2D32}" srcOrd="0" destOrd="0" presId="urn:microsoft.com/office/officeart/2005/8/layout/pList1"/>
    <dgm:cxn modelId="{4B62A6FE-FC1D-334E-A2C5-9AC8056C203F}" type="presOf" srcId="{B1998758-798F-5A48-B092-6EB5CD2C503D}" destId="{52BE6EC1-B502-EF41-B513-23589F85CBA8}" srcOrd="0" destOrd="0" presId="urn:microsoft.com/office/officeart/2005/8/layout/pList1"/>
    <dgm:cxn modelId="{C79DC1CE-1794-5A48-B0D8-F8B3886DD951}" srcId="{3B651C2E-3DE5-5C42-86EB-6B0085AF2FDE}" destId="{1C4FF673-710E-B646-B348-FD49FA79A9C5}" srcOrd="3" destOrd="0" parTransId="{E7F27DC9-245C-6F4C-BB79-002D2D30DB7E}" sibTransId="{5A1FD0AB-AC67-694D-8078-328EA461F2DC}"/>
    <dgm:cxn modelId="{6B75143D-A777-F946-8D4B-A6CAA9E71F7A}" type="presOf" srcId="{5A1FD0AB-AC67-694D-8078-328EA461F2DC}" destId="{6716D061-90E2-184B-BC6F-6B2F282CB9C5}" srcOrd="0" destOrd="0" presId="urn:microsoft.com/office/officeart/2005/8/layout/pList1"/>
    <dgm:cxn modelId="{2A694F60-6348-7649-B467-CAC09A5F8009}" type="presOf" srcId="{860F5BA4-0D72-A149-BB9B-5042B391EC41}" destId="{ED1CBBF6-BD38-014B-B88D-DDB2FFCDA4BE}" srcOrd="0" destOrd="0" presId="urn:microsoft.com/office/officeart/2005/8/layout/pList1"/>
    <dgm:cxn modelId="{92ECE3E3-E357-6B46-B3C7-E18FCCB2824D}" type="presOf" srcId="{11E2AACA-20BF-2A43-8C6E-283E76909539}" destId="{3D10EFB4-6FCC-C246-A700-128B30B98AE3}" srcOrd="0" destOrd="0" presId="urn:microsoft.com/office/officeart/2005/8/layout/pList1"/>
    <dgm:cxn modelId="{D0D9F870-B2CF-ED47-9451-A8F56E32287E}" type="presOf" srcId="{072A6478-0AEA-DC46-8BDD-C736BFD606CF}" destId="{C0C1F8DE-7B14-D341-9005-6BFCE4837B07}" srcOrd="0" destOrd="0" presId="urn:microsoft.com/office/officeart/2005/8/layout/pList1"/>
    <dgm:cxn modelId="{81B51EB2-D1DD-2145-AA5D-A5C5E98B1183}" srcId="{3B651C2E-3DE5-5C42-86EB-6B0085AF2FDE}" destId="{FBC17607-88DC-0B4C-BE6E-7DD900354104}" srcOrd="2" destOrd="0" parTransId="{14A6181B-F3AA-9C4B-8A59-15EDE33FE8C1}" sibTransId="{771288B6-CB2E-B847-90A0-EE7156CDE3C8}"/>
    <dgm:cxn modelId="{1EE954EF-82AE-9C4D-A3B3-8625EDB8D01A}" srcId="{3B651C2E-3DE5-5C42-86EB-6B0085AF2FDE}" destId="{0A367902-C0BC-E140-913D-0D3239E8D30E}" srcOrd="1" destOrd="0" parTransId="{B19DB1C1-10C6-5F40-B1A4-9678AEBC2AF2}" sibTransId="{072A6478-0AEA-DC46-8BDD-C736BFD606CF}"/>
    <dgm:cxn modelId="{5E004164-D7BF-2343-BD6D-397ED8147CC6}" type="presOf" srcId="{3B651C2E-3DE5-5C42-86EB-6B0085AF2FDE}" destId="{EB0A224F-7C3A-F44E-A004-BE94B2BF3198}" srcOrd="0" destOrd="0" presId="urn:microsoft.com/office/officeart/2005/8/layout/pList1"/>
    <dgm:cxn modelId="{36AB3ACB-27C9-AE4F-8FE5-09CBA3DED978}" type="presOf" srcId="{1C4FF673-710E-B646-B348-FD49FA79A9C5}" destId="{C5B3F844-CA30-B440-9897-344FAA2847FE}" srcOrd="0" destOrd="0" presId="urn:microsoft.com/office/officeart/2005/8/layout/pList1"/>
    <dgm:cxn modelId="{26055B4D-8126-C74C-9C71-82C511E90A4B}" type="presOf" srcId="{20D3F077-506E-CE42-94EC-152AAC949B54}" destId="{3D4E059D-375A-804C-909C-CF3FC8230A85}" srcOrd="0" destOrd="0" presId="urn:microsoft.com/office/officeart/2005/8/layout/pList1"/>
    <dgm:cxn modelId="{2BEEBB41-342E-1541-B964-EFA8CDDA87D4}" srcId="{3B651C2E-3DE5-5C42-86EB-6B0085AF2FDE}" destId="{860F5BA4-0D72-A149-BB9B-5042B391EC41}" srcOrd="0" destOrd="0" parTransId="{B89F3125-892F-304D-928F-DE88206D8857}" sibTransId="{20D3F077-506E-CE42-94EC-152AAC949B54}"/>
    <dgm:cxn modelId="{B7E29DE4-95DE-6D42-9DE6-26E31B5033DF}" srcId="{3B651C2E-3DE5-5C42-86EB-6B0085AF2FDE}" destId="{B1998758-798F-5A48-B092-6EB5CD2C503D}" srcOrd="4" destOrd="0" parTransId="{252E948F-642E-BE4A-8720-0775B15A2F72}" sibTransId="{11E2AACA-20BF-2A43-8C6E-283E76909539}"/>
    <dgm:cxn modelId="{1437D143-7627-E44F-A853-31B182EF4AD3}" type="presParOf" srcId="{EB0A224F-7C3A-F44E-A004-BE94B2BF3198}" destId="{B8844F02-2C8E-DD4C-B1F9-6C56B84ADF55}" srcOrd="0" destOrd="0" presId="urn:microsoft.com/office/officeart/2005/8/layout/pList1"/>
    <dgm:cxn modelId="{AAB474EE-CE69-D847-99DA-3670DE51AB9D}" type="presParOf" srcId="{B8844F02-2C8E-DD4C-B1F9-6C56B84ADF55}" destId="{A8153FD9-BBB0-EB4A-A0B4-B79934DA4B73}" srcOrd="0" destOrd="0" presId="urn:microsoft.com/office/officeart/2005/8/layout/pList1"/>
    <dgm:cxn modelId="{D60FCBDF-BD5B-3B46-B6E6-34A8D2294E18}" type="presParOf" srcId="{B8844F02-2C8E-DD4C-B1F9-6C56B84ADF55}" destId="{ED1CBBF6-BD38-014B-B88D-DDB2FFCDA4BE}" srcOrd="1" destOrd="0" presId="urn:microsoft.com/office/officeart/2005/8/layout/pList1"/>
    <dgm:cxn modelId="{C4496F75-E9F3-204D-9A0D-7CF0C5CB792A}" type="presParOf" srcId="{EB0A224F-7C3A-F44E-A004-BE94B2BF3198}" destId="{3D4E059D-375A-804C-909C-CF3FC8230A85}" srcOrd="1" destOrd="0" presId="urn:microsoft.com/office/officeart/2005/8/layout/pList1"/>
    <dgm:cxn modelId="{BD799C71-41C4-714C-B21C-3353AB06E62B}" type="presParOf" srcId="{EB0A224F-7C3A-F44E-A004-BE94B2BF3198}" destId="{D17A2C1D-8AE2-5C41-B433-34B3B5140642}" srcOrd="2" destOrd="0" presId="urn:microsoft.com/office/officeart/2005/8/layout/pList1"/>
    <dgm:cxn modelId="{13292DFE-1B46-E144-9D78-BEC81B71B84C}" type="presParOf" srcId="{D17A2C1D-8AE2-5C41-B433-34B3B5140642}" destId="{64DB5711-CDF3-6E46-881C-30747526BC27}" srcOrd="0" destOrd="0" presId="urn:microsoft.com/office/officeart/2005/8/layout/pList1"/>
    <dgm:cxn modelId="{57DFA865-1159-F84B-82D4-61DE0654F7CA}" type="presParOf" srcId="{D17A2C1D-8AE2-5C41-B433-34B3B5140642}" destId="{1F820294-8D46-C842-BF21-937AFD7B6063}" srcOrd="1" destOrd="0" presId="urn:microsoft.com/office/officeart/2005/8/layout/pList1"/>
    <dgm:cxn modelId="{49E75458-D345-AA46-A318-A42982168DF0}" type="presParOf" srcId="{EB0A224F-7C3A-F44E-A004-BE94B2BF3198}" destId="{C0C1F8DE-7B14-D341-9005-6BFCE4837B07}" srcOrd="3" destOrd="0" presId="urn:microsoft.com/office/officeart/2005/8/layout/pList1"/>
    <dgm:cxn modelId="{07A5AE0A-C39F-4C4F-838F-C5C0E080BBC1}" type="presParOf" srcId="{EB0A224F-7C3A-F44E-A004-BE94B2BF3198}" destId="{73857A90-0546-3B4D-86FF-21789D09E0A1}" srcOrd="4" destOrd="0" presId="urn:microsoft.com/office/officeart/2005/8/layout/pList1"/>
    <dgm:cxn modelId="{D19C7329-1E06-094C-B35D-CA84A0DB14BF}" type="presParOf" srcId="{73857A90-0546-3B4D-86FF-21789D09E0A1}" destId="{2CFD803E-7DCB-3B4E-824A-571E921FFCEA}" srcOrd="0" destOrd="0" presId="urn:microsoft.com/office/officeart/2005/8/layout/pList1"/>
    <dgm:cxn modelId="{9CD02C44-F497-704F-9D04-E0D8AA9094C5}" type="presParOf" srcId="{73857A90-0546-3B4D-86FF-21789D09E0A1}" destId="{F0FCA30E-6BB1-6348-AEEC-94D1D33C2D32}" srcOrd="1" destOrd="0" presId="urn:microsoft.com/office/officeart/2005/8/layout/pList1"/>
    <dgm:cxn modelId="{AC1FD546-4448-1B43-AE2D-76D48C575BA3}" type="presParOf" srcId="{EB0A224F-7C3A-F44E-A004-BE94B2BF3198}" destId="{A717D786-5D97-9944-A34D-715E36FEAFEF}" srcOrd="5" destOrd="0" presId="urn:microsoft.com/office/officeart/2005/8/layout/pList1"/>
    <dgm:cxn modelId="{CE6B36E7-11D2-564E-B16E-EF800B9829D7}" type="presParOf" srcId="{EB0A224F-7C3A-F44E-A004-BE94B2BF3198}" destId="{2BBFA259-60FE-134C-B262-2C9A0A69FAE3}" srcOrd="6" destOrd="0" presId="urn:microsoft.com/office/officeart/2005/8/layout/pList1"/>
    <dgm:cxn modelId="{14F54A3B-191F-FA49-8FE2-7EF5AF81AD9A}" type="presParOf" srcId="{2BBFA259-60FE-134C-B262-2C9A0A69FAE3}" destId="{DCF84ECF-C6F6-024A-B466-6F9D56D5047A}" srcOrd="0" destOrd="0" presId="urn:microsoft.com/office/officeart/2005/8/layout/pList1"/>
    <dgm:cxn modelId="{E6D3F961-8D04-0843-BA20-4E4EB073DE2D}" type="presParOf" srcId="{2BBFA259-60FE-134C-B262-2C9A0A69FAE3}" destId="{C5B3F844-CA30-B440-9897-344FAA2847FE}" srcOrd="1" destOrd="0" presId="urn:microsoft.com/office/officeart/2005/8/layout/pList1"/>
    <dgm:cxn modelId="{80B65C1E-FE57-3441-AFA2-0D4475ABB7BC}" type="presParOf" srcId="{EB0A224F-7C3A-F44E-A004-BE94B2BF3198}" destId="{6716D061-90E2-184B-BC6F-6B2F282CB9C5}" srcOrd="7" destOrd="0" presId="urn:microsoft.com/office/officeart/2005/8/layout/pList1"/>
    <dgm:cxn modelId="{F92C668A-33C1-D74A-BE13-738765D78139}" type="presParOf" srcId="{EB0A224F-7C3A-F44E-A004-BE94B2BF3198}" destId="{B886AC8B-10D3-E642-B8C9-3D9D5F6ED012}" srcOrd="8" destOrd="0" presId="urn:microsoft.com/office/officeart/2005/8/layout/pList1"/>
    <dgm:cxn modelId="{57983BC4-7887-3B43-AD4E-F50F7DE42274}" type="presParOf" srcId="{B886AC8B-10D3-E642-B8C9-3D9D5F6ED012}" destId="{FF9C8482-5A57-624D-A40B-4AF3538D5651}" srcOrd="0" destOrd="0" presId="urn:microsoft.com/office/officeart/2005/8/layout/pList1"/>
    <dgm:cxn modelId="{C4732801-26C4-984E-BBBA-998D6381967E}" type="presParOf" srcId="{B886AC8B-10D3-E642-B8C9-3D9D5F6ED012}" destId="{52BE6EC1-B502-EF41-B513-23589F85CBA8}" srcOrd="1" destOrd="0" presId="urn:microsoft.com/office/officeart/2005/8/layout/pList1"/>
    <dgm:cxn modelId="{195EE9F3-164C-DD42-AE51-5F74C0FA8BBF}" type="presParOf" srcId="{EB0A224F-7C3A-F44E-A004-BE94B2BF3198}" destId="{3D10EFB4-6FCC-C246-A700-128B30B98AE3}" srcOrd="9" destOrd="0" presId="urn:microsoft.com/office/officeart/2005/8/layout/pList1"/>
    <dgm:cxn modelId="{C7604499-B024-FA4E-84F3-EB289CEA5C4D}" type="presParOf" srcId="{EB0A224F-7C3A-F44E-A004-BE94B2BF3198}" destId="{8926E6AB-9C50-E14D-A789-A528824355D5}" srcOrd="10" destOrd="0" presId="urn:microsoft.com/office/officeart/2005/8/layout/pList1"/>
    <dgm:cxn modelId="{0A631DDA-0CE9-A74A-B926-46C64EE4FED3}" type="presParOf" srcId="{8926E6AB-9C50-E14D-A789-A528824355D5}" destId="{9568D783-6F88-794C-9818-453A44B577AB}" srcOrd="0" destOrd="0" presId="urn:microsoft.com/office/officeart/2005/8/layout/pList1"/>
    <dgm:cxn modelId="{45DF4A85-2976-F141-A21C-13A4656274A8}" type="presParOf" srcId="{8926E6AB-9C50-E14D-A789-A528824355D5}" destId="{3AD3C9F3-C081-8344-85F0-DD0325B62688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B651C2E-3DE5-5C42-86EB-6B0085AF2FDE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0F5BA4-0D72-A149-BB9B-5042B391EC41}">
      <dgm:prSet phldrT="[Text]"/>
      <dgm:spPr/>
      <dgm:t>
        <a:bodyPr/>
        <a:lstStyle/>
        <a:p>
          <a:r>
            <a:rPr lang="en-US" dirty="0" smtClean="0"/>
            <a:t>Drilled</a:t>
          </a:r>
          <a:r>
            <a:rPr lang="en-US" baseline="0" dirty="0" smtClean="0"/>
            <a:t> Pin</a:t>
          </a:r>
          <a:endParaRPr lang="en-US" dirty="0"/>
        </a:p>
      </dgm:t>
    </dgm:pt>
    <dgm:pt modelId="{B89F3125-892F-304D-928F-DE88206D8857}" type="parTrans" cxnId="{2BEEBB41-342E-1541-B964-EFA8CDDA87D4}">
      <dgm:prSet/>
      <dgm:spPr/>
      <dgm:t>
        <a:bodyPr/>
        <a:lstStyle/>
        <a:p>
          <a:endParaRPr lang="en-US"/>
        </a:p>
      </dgm:t>
    </dgm:pt>
    <dgm:pt modelId="{20D3F077-506E-CE42-94EC-152AAC949B54}" type="sibTrans" cxnId="{2BEEBB41-342E-1541-B964-EFA8CDDA87D4}">
      <dgm:prSet/>
      <dgm:spPr/>
      <dgm:t>
        <a:bodyPr/>
        <a:lstStyle/>
        <a:p>
          <a:endParaRPr lang="en-US"/>
        </a:p>
      </dgm:t>
    </dgm:pt>
    <dgm:pt modelId="{0A367902-C0BC-E140-913D-0D3239E8D30E}">
      <dgm:prSet phldrT="[Text]"/>
      <dgm:spPr/>
      <dgm:t>
        <a:bodyPr/>
        <a:lstStyle/>
        <a:p>
          <a:r>
            <a:rPr lang="en-US" dirty="0" err="1" smtClean="0"/>
            <a:t>Spl</a:t>
          </a:r>
          <a:r>
            <a:rPr lang="en-US" dirty="0" smtClean="0"/>
            <a:t> faced bolt</a:t>
          </a:r>
        </a:p>
        <a:p>
          <a:endParaRPr lang="en-US" dirty="0"/>
        </a:p>
      </dgm:t>
    </dgm:pt>
    <dgm:pt modelId="{B19DB1C1-10C6-5F40-B1A4-9678AEBC2AF2}" type="parTrans" cxnId="{1EE954EF-82AE-9C4D-A3B3-8625EDB8D01A}">
      <dgm:prSet/>
      <dgm:spPr/>
      <dgm:t>
        <a:bodyPr/>
        <a:lstStyle/>
        <a:p>
          <a:endParaRPr lang="en-US"/>
        </a:p>
      </dgm:t>
    </dgm:pt>
    <dgm:pt modelId="{072A6478-0AEA-DC46-8BDD-C736BFD606CF}" type="sibTrans" cxnId="{1EE954EF-82AE-9C4D-A3B3-8625EDB8D01A}">
      <dgm:prSet/>
      <dgm:spPr/>
      <dgm:t>
        <a:bodyPr/>
        <a:lstStyle/>
        <a:p>
          <a:endParaRPr lang="en-US"/>
        </a:p>
      </dgm:t>
    </dgm:pt>
    <dgm:pt modelId="{FBC17607-88DC-0B4C-BE6E-7DD900354104}">
      <dgm:prSet phldrT="[Text]"/>
      <dgm:spPr/>
      <dgm:t>
        <a:bodyPr/>
        <a:lstStyle/>
        <a:p>
          <a:r>
            <a:rPr lang="en-US" dirty="0" smtClean="0"/>
            <a:t>Battery Bolts</a:t>
          </a:r>
        </a:p>
      </dgm:t>
    </dgm:pt>
    <dgm:pt modelId="{14A6181B-F3AA-9C4B-8A59-15EDE33FE8C1}" type="parTrans" cxnId="{81B51EB2-D1DD-2145-AA5D-A5C5E98B1183}">
      <dgm:prSet/>
      <dgm:spPr/>
      <dgm:t>
        <a:bodyPr/>
        <a:lstStyle/>
        <a:p>
          <a:endParaRPr lang="en-US"/>
        </a:p>
      </dgm:t>
    </dgm:pt>
    <dgm:pt modelId="{771288B6-CB2E-B847-90A0-EE7156CDE3C8}" type="sibTrans" cxnId="{81B51EB2-D1DD-2145-AA5D-A5C5E98B1183}">
      <dgm:prSet/>
      <dgm:spPr/>
      <dgm:t>
        <a:bodyPr/>
        <a:lstStyle/>
        <a:p>
          <a:endParaRPr lang="en-US"/>
        </a:p>
      </dgm:t>
    </dgm:pt>
    <dgm:pt modelId="{1C4FF673-710E-B646-B348-FD49FA79A9C5}">
      <dgm:prSet phldrT="[Text]"/>
      <dgm:spPr/>
      <dgm:t>
        <a:bodyPr/>
        <a:lstStyle/>
        <a:p>
          <a:r>
            <a:rPr lang="en-US" dirty="0" smtClean="0"/>
            <a:t>SS Plug</a:t>
          </a:r>
          <a:endParaRPr lang="en-US" dirty="0"/>
        </a:p>
      </dgm:t>
    </dgm:pt>
    <dgm:pt modelId="{E7F27DC9-245C-6F4C-BB79-002D2D30DB7E}" type="parTrans" cxnId="{C79DC1CE-1794-5A48-B0D8-F8B3886DD951}">
      <dgm:prSet/>
      <dgm:spPr/>
      <dgm:t>
        <a:bodyPr/>
        <a:lstStyle/>
        <a:p>
          <a:endParaRPr lang="en-US"/>
        </a:p>
      </dgm:t>
    </dgm:pt>
    <dgm:pt modelId="{5A1FD0AB-AC67-694D-8078-328EA461F2DC}" type="sibTrans" cxnId="{C79DC1CE-1794-5A48-B0D8-F8B3886DD951}">
      <dgm:prSet/>
      <dgm:spPr/>
      <dgm:t>
        <a:bodyPr/>
        <a:lstStyle/>
        <a:p>
          <a:endParaRPr lang="en-US"/>
        </a:p>
      </dgm:t>
    </dgm:pt>
    <dgm:pt modelId="{395CF38D-3AE9-4C4E-8FCC-3F82803D57E6}">
      <dgm:prSet phldrT="[Text]"/>
      <dgm:spPr/>
      <dgm:t>
        <a:bodyPr/>
        <a:lstStyle/>
        <a:p>
          <a:r>
            <a:rPr lang="en-US" dirty="0" smtClean="0"/>
            <a:t>Special </a:t>
          </a:r>
          <a:r>
            <a:rPr lang="en-US" dirty="0" err="1" smtClean="0"/>
            <a:t>allen</a:t>
          </a:r>
          <a:r>
            <a:rPr lang="en-US" dirty="0" smtClean="0"/>
            <a:t> bolt</a:t>
          </a:r>
          <a:endParaRPr lang="en-US" dirty="0"/>
        </a:p>
      </dgm:t>
    </dgm:pt>
    <dgm:pt modelId="{46F2C172-44BF-D14D-A2DA-2F28FE9874D5}" type="parTrans" cxnId="{67CD893D-0869-634A-B246-CA970293F033}">
      <dgm:prSet/>
      <dgm:spPr/>
      <dgm:t>
        <a:bodyPr/>
        <a:lstStyle/>
        <a:p>
          <a:endParaRPr lang="en-US"/>
        </a:p>
      </dgm:t>
    </dgm:pt>
    <dgm:pt modelId="{1CF9FDF9-57B0-1646-8243-5F51DCE742BA}" type="sibTrans" cxnId="{67CD893D-0869-634A-B246-CA970293F033}">
      <dgm:prSet/>
      <dgm:spPr/>
      <dgm:t>
        <a:bodyPr/>
        <a:lstStyle/>
        <a:p>
          <a:endParaRPr lang="en-US"/>
        </a:p>
      </dgm:t>
    </dgm:pt>
    <dgm:pt modelId="{EB0A224F-7C3A-F44E-A004-BE94B2BF3198}" type="pres">
      <dgm:prSet presAssocID="{3B651C2E-3DE5-5C42-86EB-6B0085AF2FD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8844F02-2C8E-DD4C-B1F9-6C56B84ADF55}" type="pres">
      <dgm:prSet presAssocID="{860F5BA4-0D72-A149-BB9B-5042B391EC41}" presName="compNode" presStyleCnt="0"/>
      <dgm:spPr/>
    </dgm:pt>
    <dgm:pt modelId="{A8153FD9-BBB0-EB4A-A0B4-B79934DA4B73}" type="pres">
      <dgm:prSet presAssocID="{860F5BA4-0D72-A149-BB9B-5042B391EC41}" presName="pictRect" presStyleLbl="node1" presStyleIdx="0" presStyleCnt="5" custScaleX="144585" custScaleY="149656" custLinFactNeighborX="-39055" custLinFactNeighborY="13425"/>
      <dgm:spPr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D1CBBF6-BD38-014B-B88D-DDB2FFCDA4BE}" type="pres">
      <dgm:prSet presAssocID="{860F5BA4-0D72-A149-BB9B-5042B391EC41}" presName="textRect" presStyleLbl="revTx" presStyleIdx="0" presStyleCnt="5" custScaleX="149607" custLinFactNeighborX="-8367" custLinFactNeighborY="-130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4E059D-375A-804C-909C-CF3FC8230A85}" type="pres">
      <dgm:prSet presAssocID="{20D3F077-506E-CE42-94EC-152AAC949B5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17A2C1D-8AE2-5C41-B433-34B3B5140642}" type="pres">
      <dgm:prSet presAssocID="{0A367902-C0BC-E140-913D-0D3239E8D30E}" presName="compNode" presStyleCnt="0"/>
      <dgm:spPr/>
    </dgm:pt>
    <dgm:pt modelId="{64DB5711-CDF3-6E46-881C-30747526BC27}" type="pres">
      <dgm:prSet presAssocID="{0A367902-C0BC-E140-913D-0D3239E8D30E}" presName="pictRect" presStyleLbl="node1" presStyleIdx="1" presStyleCnt="5" custScaleX="130803" custScaleY="132406" custLinFactNeighborX="-28004" custLinFactNeighborY="9113"/>
      <dgm:spPr>
        <a:blipFill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1F820294-8D46-C842-BF21-937AFD7B6063}" type="pres">
      <dgm:prSet presAssocID="{0A367902-C0BC-E140-913D-0D3239E8D30E}" presName="textRect" presStyleLbl="revTx" presStyleIdx="1" presStyleCnt="5" custLinFactNeighborX="-30471" custLinFactNeighborY="277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C1F8DE-7B14-D341-9005-6BFCE4837B07}" type="pres">
      <dgm:prSet presAssocID="{072A6478-0AEA-DC46-8BDD-C736BFD606C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3857A90-0546-3B4D-86FF-21789D09E0A1}" type="pres">
      <dgm:prSet presAssocID="{FBC17607-88DC-0B4C-BE6E-7DD900354104}" presName="compNode" presStyleCnt="0"/>
      <dgm:spPr/>
    </dgm:pt>
    <dgm:pt modelId="{2CFD803E-7DCB-3B4E-824A-571E921FFCEA}" type="pres">
      <dgm:prSet presAssocID="{FBC17607-88DC-0B4C-BE6E-7DD900354104}" presName="pictRect" presStyleLbl="node1" presStyleIdx="2" presStyleCnt="5" custAng="5400000" custScaleX="136464" custScaleY="191787" custLinFactNeighborX="-26693" custLinFactNeighborY="-10256"/>
      <dgm:spPr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F0FCA30E-6BB1-6348-AEEC-94D1D33C2D32}" type="pres">
      <dgm:prSet presAssocID="{FBC17607-88DC-0B4C-BE6E-7DD900354104}" presName="textRect" presStyleLbl="revTx" presStyleIdx="2" presStyleCnt="5" custLinFactNeighborX="-23448" custLinFactNeighborY="-26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17D786-5D97-9944-A34D-715E36FEAFEF}" type="pres">
      <dgm:prSet presAssocID="{771288B6-CB2E-B847-90A0-EE7156CDE3C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BBFA259-60FE-134C-B262-2C9A0A69FAE3}" type="pres">
      <dgm:prSet presAssocID="{1C4FF673-710E-B646-B348-FD49FA79A9C5}" presName="compNode" presStyleCnt="0"/>
      <dgm:spPr/>
    </dgm:pt>
    <dgm:pt modelId="{DCF84ECF-C6F6-024A-B466-6F9D56D5047A}" type="pres">
      <dgm:prSet presAssocID="{1C4FF673-710E-B646-B348-FD49FA79A9C5}" presName="pictRect" presStyleLbl="node1" presStyleIdx="3" presStyleCnt="5" custAng="5400000" custScaleX="115191" custScaleY="167416" custLinFactNeighborX="-4838" custLinFactNeighborY="-7625"/>
      <dgm:spPr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5B3F844-CA30-B440-9897-344FAA2847FE}" type="pres">
      <dgm:prSet presAssocID="{1C4FF673-710E-B646-B348-FD49FA79A9C5}" presName="textRect" presStyleLbl="revTx" presStyleIdx="3" presStyleCnt="5" custLinFactNeighborX="-6046" custLinFactNeighborY="386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2CE843-985B-F44B-B25F-0D8AB1276929}" type="pres">
      <dgm:prSet presAssocID="{5A1FD0AB-AC67-694D-8078-328EA461F2D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940A3BE-F4C2-6443-BFCA-734E492C8218}" type="pres">
      <dgm:prSet presAssocID="{395CF38D-3AE9-4C4E-8FCC-3F82803D57E6}" presName="compNode" presStyleCnt="0"/>
      <dgm:spPr/>
    </dgm:pt>
    <dgm:pt modelId="{A550C140-AA2D-D84C-A471-D1E4714151DC}" type="pres">
      <dgm:prSet presAssocID="{395CF38D-3AE9-4C4E-8FCC-3F82803D57E6}" presName="pictRect" presStyleLbl="node1" presStyleIdx="4" presStyleCnt="5" custScaleX="116246" custScaleY="227439" custLinFactNeighborX="15403" custLinFactNeighborY="-39194"/>
      <dgm:spPr>
        <a:blipFill dpi="0"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8642" r="36715"/>
          </a:stretch>
        </a:blipFill>
      </dgm:spPr>
      <dgm:t>
        <a:bodyPr/>
        <a:lstStyle/>
        <a:p>
          <a:endParaRPr lang="en-US"/>
        </a:p>
      </dgm:t>
    </dgm:pt>
    <dgm:pt modelId="{7E322320-6EA8-D140-9247-BABE7A5EA785}" type="pres">
      <dgm:prSet presAssocID="{395CF38D-3AE9-4C4E-8FCC-3F82803D57E6}" presName="textRect" presStyleLbl="revTx" presStyleIdx="4" presStyleCnt="5" custLinFactNeighborX="-12122" custLinFactNeighborY="4153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48DC8F3-EF60-7F46-BB2A-D070874BEDD0}" type="presOf" srcId="{072A6478-0AEA-DC46-8BDD-C736BFD606CF}" destId="{C0C1F8DE-7B14-D341-9005-6BFCE4837B07}" srcOrd="0" destOrd="0" presId="urn:microsoft.com/office/officeart/2005/8/layout/pList1"/>
    <dgm:cxn modelId="{217C9B5B-7FEE-4140-BC54-9B34B114445E}" type="presOf" srcId="{395CF38D-3AE9-4C4E-8FCC-3F82803D57E6}" destId="{7E322320-6EA8-D140-9247-BABE7A5EA785}" srcOrd="0" destOrd="0" presId="urn:microsoft.com/office/officeart/2005/8/layout/pList1"/>
    <dgm:cxn modelId="{C79DC1CE-1794-5A48-B0D8-F8B3886DD951}" srcId="{3B651C2E-3DE5-5C42-86EB-6B0085AF2FDE}" destId="{1C4FF673-710E-B646-B348-FD49FA79A9C5}" srcOrd="3" destOrd="0" parTransId="{E7F27DC9-245C-6F4C-BB79-002D2D30DB7E}" sibTransId="{5A1FD0AB-AC67-694D-8078-328EA461F2DC}"/>
    <dgm:cxn modelId="{DF919512-74E0-134F-A3A6-CE4C6B04D0A7}" type="presOf" srcId="{FBC17607-88DC-0B4C-BE6E-7DD900354104}" destId="{F0FCA30E-6BB1-6348-AEEC-94D1D33C2D32}" srcOrd="0" destOrd="0" presId="urn:microsoft.com/office/officeart/2005/8/layout/pList1"/>
    <dgm:cxn modelId="{81B51EB2-D1DD-2145-AA5D-A5C5E98B1183}" srcId="{3B651C2E-3DE5-5C42-86EB-6B0085AF2FDE}" destId="{FBC17607-88DC-0B4C-BE6E-7DD900354104}" srcOrd="2" destOrd="0" parTransId="{14A6181B-F3AA-9C4B-8A59-15EDE33FE8C1}" sibTransId="{771288B6-CB2E-B847-90A0-EE7156CDE3C8}"/>
    <dgm:cxn modelId="{B4B0B6DF-C2E2-1E4B-945C-C2EBC55EA987}" type="presOf" srcId="{5A1FD0AB-AC67-694D-8078-328EA461F2DC}" destId="{502CE843-985B-F44B-B25F-0D8AB1276929}" srcOrd="0" destOrd="0" presId="urn:microsoft.com/office/officeart/2005/8/layout/pList1"/>
    <dgm:cxn modelId="{8A3DD541-1A5B-EC49-B69B-C84920F55856}" type="presOf" srcId="{1C4FF673-710E-B646-B348-FD49FA79A9C5}" destId="{C5B3F844-CA30-B440-9897-344FAA2847FE}" srcOrd="0" destOrd="0" presId="urn:microsoft.com/office/officeart/2005/8/layout/pList1"/>
    <dgm:cxn modelId="{4B301029-1DC9-6A4E-8905-5FC2045E7ADE}" type="presOf" srcId="{3B651C2E-3DE5-5C42-86EB-6B0085AF2FDE}" destId="{EB0A224F-7C3A-F44E-A004-BE94B2BF3198}" srcOrd="0" destOrd="0" presId="urn:microsoft.com/office/officeart/2005/8/layout/pList1"/>
    <dgm:cxn modelId="{1EE954EF-82AE-9C4D-A3B3-8625EDB8D01A}" srcId="{3B651C2E-3DE5-5C42-86EB-6B0085AF2FDE}" destId="{0A367902-C0BC-E140-913D-0D3239E8D30E}" srcOrd="1" destOrd="0" parTransId="{B19DB1C1-10C6-5F40-B1A4-9678AEBC2AF2}" sibTransId="{072A6478-0AEA-DC46-8BDD-C736BFD606CF}"/>
    <dgm:cxn modelId="{73019BB7-07B4-C548-B2FD-93CC9916EA76}" type="presOf" srcId="{20D3F077-506E-CE42-94EC-152AAC949B54}" destId="{3D4E059D-375A-804C-909C-CF3FC8230A85}" srcOrd="0" destOrd="0" presId="urn:microsoft.com/office/officeart/2005/8/layout/pList1"/>
    <dgm:cxn modelId="{52245345-3B77-4A4D-B429-EFAD5BE98E1A}" type="presOf" srcId="{0A367902-C0BC-E140-913D-0D3239E8D30E}" destId="{1F820294-8D46-C842-BF21-937AFD7B6063}" srcOrd="0" destOrd="0" presId="urn:microsoft.com/office/officeart/2005/8/layout/pList1"/>
    <dgm:cxn modelId="{1097BFF4-A213-6B4D-BF20-13574808F64C}" type="presOf" srcId="{771288B6-CB2E-B847-90A0-EE7156CDE3C8}" destId="{A717D786-5D97-9944-A34D-715E36FEAFEF}" srcOrd="0" destOrd="0" presId="urn:microsoft.com/office/officeart/2005/8/layout/pList1"/>
    <dgm:cxn modelId="{67CD893D-0869-634A-B246-CA970293F033}" srcId="{3B651C2E-3DE5-5C42-86EB-6B0085AF2FDE}" destId="{395CF38D-3AE9-4C4E-8FCC-3F82803D57E6}" srcOrd="4" destOrd="0" parTransId="{46F2C172-44BF-D14D-A2DA-2F28FE9874D5}" sibTransId="{1CF9FDF9-57B0-1646-8243-5F51DCE742BA}"/>
    <dgm:cxn modelId="{2BEEBB41-342E-1541-B964-EFA8CDDA87D4}" srcId="{3B651C2E-3DE5-5C42-86EB-6B0085AF2FDE}" destId="{860F5BA4-0D72-A149-BB9B-5042B391EC41}" srcOrd="0" destOrd="0" parTransId="{B89F3125-892F-304D-928F-DE88206D8857}" sibTransId="{20D3F077-506E-CE42-94EC-152AAC949B54}"/>
    <dgm:cxn modelId="{85D9327A-06D9-5947-881C-D791B5DBE36E}" type="presOf" srcId="{860F5BA4-0D72-A149-BB9B-5042B391EC41}" destId="{ED1CBBF6-BD38-014B-B88D-DDB2FFCDA4BE}" srcOrd="0" destOrd="0" presId="urn:microsoft.com/office/officeart/2005/8/layout/pList1"/>
    <dgm:cxn modelId="{9DC1BD16-0D09-0948-BA1A-B35DB4F7A56E}" type="presParOf" srcId="{EB0A224F-7C3A-F44E-A004-BE94B2BF3198}" destId="{B8844F02-2C8E-DD4C-B1F9-6C56B84ADF55}" srcOrd="0" destOrd="0" presId="urn:microsoft.com/office/officeart/2005/8/layout/pList1"/>
    <dgm:cxn modelId="{0D36DE18-A377-1740-BE0C-7DA785F5743E}" type="presParOf" srcId="{B8844F02-2C8E-DD4C-B1F9-6C56B84ADF55}" destId="{A8153FD9-BBB0-EB4A-A0B4-B79934DA4B73}" srcOrd="0" destOrd="0" presId="urn:microsoft.com/office/officeart/2005/8/layout/pList1"/>
    <dgm:cxn modelId="{5E5DE428-A101-5549-A541-38BF94220B65}" type="presParOf" srcId="{B8844F02-2C8E-DD4C-B1F9-6C56B84ADF55}" destId="{ED1CBBF6-BD38-014B-B88D-DDB2FFCDA4BE}" srcOrd="1" destOrd="0" presId="urn:microsoft.com/office/officeart/2005/8/layout/pList1"/>
    <dgm:cxn modelId="{5265CA4D-52D6-244B-8BFE-B370DC2428AF}" type="presParOf" srcId="{EB0A224F-7C3A-F44E-A004-BE94B2BF3198}" destId="{3D4E059D-375A-804C-909C-CF3FC8230A85}" srcOrd="1" destOrd="0" presId="urn:microsoft.com/office/officeart/2005/8/layout/pList1"/>
    <dgm:cxn modelId="{BF4889FD-3690-8C4C-91DB-7EEC75F9A560}" type="presParOf" srcId="{EB0A224F-7C3A-F44E-A004-BE94B2BF3198}" destId="{D17A2C1D-8AE2-5C41-B433-34B3B5140642}" srcOrd="2" destOrd="0" presId="urn:microsoft.com/office/officeart/2005/8/layout/pList1"/>
    <dgm:cxn modelId="{313353D9-B0C2-D84C-AA11-F7DCE2AAE622}" type="presParOf" srcId="{D17A2C1D-8AE2-5C41-B433-34B3B5140642}" destId="{64DB5711-CDF3-6E46-881C-30747526BC27}" srcOrd="0" destOrd="0" presId="urn:microsoft.com/office/officeart/2005/8/layout/pList1"/>
    <dgm:cxn modelId="{8E16ED1E-EEFD-B04D-9C87-3D0C657204BD}" type="presParOf" srcId="{D17A2C1D-8AE2-5C41-B433-34B3B5140642}" destId="{1F820294-8D46-C842-BF21-937AFD7B6063}" srcOrd="1" destOrd="0" presId="urn:microsoft.com/office/officeart/2005/8/layout/pList1"/>
    <dgm:cxn modelId="{D3AC8B52-7CBF-8649-BECA-626B02241C86}" type="presParOf" srcId="{EB0A224F-7C3A-F44E-A004-BE94B2BF3198}" destId="{C0C1F8DE-7B14-D341-9005-6BFCE4837B07}" srcOrd="3" destOrd="0" presId="urn:microsoft.com/office/officeart/2005/8/layout/pList1"/>
    <dgm:cxn modelId="{09F62BDD-8304-6547-BCF1-9D62FF151EA0}" type="presParOf" srcId="{EB0A224F-7C3A-F44E-A004-BE94B2BF3198}" destId="{73857A90-0546-3B4D-86FF-21789D09E0A1}" srcOrd="4" destOrd="0" presId="urn:microsoft.com/office/officeart/2005/8/layout/pList1"/>
    <dgm:cxn modelId="{9BB3CD77-1047-3840-B1CB-05C33A24138B}" type="presParOf" srcId="{73857A90-0546-3B4D-86FF-21789D09E0A1}" destId="{2CFD803E-7DCB-3B4E-824A-571E921FFCEA}" srcOrd="0" destOrd="0" presId="urn:microsoft.com/office/officeart/2005/8/layout/pList1"/>
    <dgm:cxn modelId="{29C8F36F-8D99-554F-8288-F2B92CD20A10}" type="presParOf" srcId="{73857A90-0546-3B4D-86FF-21789D09E0A1}" destId="{F0FCA30E-6BB1-6348-AEEC-94D1D33C2D32}" srcOrd="1" destOrd="0" presId="urn:microsoft.com/office/officeart/2005/8/layout/pList1"/>
    <dgm:cxn modelId="{207806CA-FA40-0541-89CD-654ECCBFBC8B}" type="presParOf" srcId="{EB0A224F-7C3A-F44E-A004-BE94B2BF3198}" destId="{A717D786-5D97-9944-A34D-715E36FEAFEF}" srcOrd="5" destOrd="0" presId="urn:microsoft.com/office/officeart/2005/8/layout/pList1"/>
    <dgm:cxn modelId="{E5386489-764F-1240-9331-6D16DA3ED882}" type="presParOf" srcId="{EB0A224F-7C3A-F44E-A004-BE94B2BF3198}" destId="{2BBFA259-60FE-134C-B262-2C9A0A69FAE3}" srcOrd="6" destOrd="0" presId="urn:microsoft.com/office/officeart/2005/8/layout/pList1"/>
    <dgm:cxn modelId="{6269E1D7-7F5C-0546-87A3-7E0F3CC38CDF}" type="presParOf" srcId="{2BBFA259-60FE-134C-B262-2C9A0A69FAE3}" destId="{DCF84ECF-C6F6-024A-B466-6F9D56D5047A}" srcOrd="0" destOrd="0" presId="urn:microsoft.com/office/officeart/2005/8/layout/pList1"/>
    <dgm:cxn modelId="{B46ECC85-8983-8D41-AD2C-B0B022A2B9D7}" type="presParOf" srcId="{2BBFA259-60FE-134C-B262-2C9A0A69FAE3}" destId="{C5B3F844-CA30-B440-9897-344FAA2847FE}" srcOrd="1" destOrd="0" presId="urn:microsoft.com/office/officeart/2005/8/layout/pList1"/>
    <dgm:cxn modelId="{1BF75760-F76B-8441-A733-D5E9CE0E8AF7}" type="presParOf" srcId="{EB0A224F-7C3A-F44E-A004-BE94B2BF3198}" destId="{502CE843-985B-F44B-B25F-0D8AB1276929}" srcOrd="7" destOrd="0" presId="urn:microsoft.com/office/officeart/2005/8/layout/pList1"/>
    <dgm:cxn modelId="{204A10FB-DDF1-174D-B0D0-98EC205A0282}" type="presParOf" srcId="{EB0A224F-7C3A-F44E-A004-BE94B2BF3198}" destId="{D940A3BE-F4C2-6443-BFCA-734E492C8218}" srcOrd="8" destOrd="0" presId="urn:microsoft.com/office/officeart/2005/8/layout/pList1"/>
    <dgm:cxn modelId="{B74EE3BB-7070-8A4A-A3B8-59324B6F7F5B}" type="presParOf" srcId="{D940A3BE-F4C2-6443-BFCA-734E492C8218}" destId="{A550C140-AA2D-D84C-A471-D1E4714151DC}" srcOrd="0" destOrd="0" presId="urn:microsoft.com/office/officeart/2005/8/layout/pList1"/>
    <dgm:cxn modelId="{8A216CFC-D162-A948-B945-13B5F8376F65}" type="presParOf" srcId="{D940A3BE-F4C2-6443-BFCA-734E492C8218}" destId="{7E322320-6EA8-D140-9247-BABE7A5EA785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C5D6298-96E9-6949-BBAF-8445667CAD4B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33F64E-B1B2-974F-B999-729397EDC614}">
      <dgm:prSet phldrT="[Text]"/>
      <dgm:spPr/>
      <dgm:t>
        <a:bodyPr/>
        <a:lstStyle/>
        <a:p>
          <a:r>
            <a:rPr lang="en-US" dirty="0" smtClean="0"/>
            <a:t>Studs</a:t>
          </a:r>
          <a:endParaRPr lang="en-US" dirty="0"/>
        </a:p>
      </dgm:t>
    </dgm:pt>
    <dgm:pt modelId="{4DAE519C-F152-D245-A12D-294F85085FF8}" type="parTrans" cxnId="{F277DF83-398A-C24B-B4B5-670B9879B720}">
      <dgm:prSet/>
      <dgm:spPr/>
      <dgm:t>
        <a:bodyPr/>
        <a:lstStyle/>
        <a:p>
          <a:endParaRPr lang="en-US"/>
        </a:p>
      </dgm:t>
    </dgm:pt>
    <dgm:pt modelId="{16CCAA1F-4496-3046-8641-4A7F76B6C277}" type="sibTrans" cxnId="{F277DF83-398A-C24B-B4B5-670B9879B720}">
      <dgm:prSet/>
      <dgm:spPr/>
      <dgm:t>
        <a:bodyPr/>
        <a:lstStyle/>
        <a:p>
          <a:endParaRPr lang="en-US"/>
        </a:p>
      </dgm:t>
    </dgm:pt>
    <dgm:pt modelId="{56939423-AB0E-4F4B-9D26-3661BF524D87}" type="pres">
      <dgm:prSet presAssocID="{CC5D6298-96E9-6949-BBAF-8445667CAD4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90ED810-016D-D24C-8AC9-863A0C584DA9}" type="pres">
      <dgm:prSet presAssocID="{5D33F64E-B1B2-974F-B999-729397EDC614}" presName="compNode" presStyleCnt="0"/>
      <dgm:spPr/>
    </dgm:pt>
    <dgm:pt modelId="{CA0CEBDE-EC6E-8242-84B6-B1BB69BA6F41}" type="pres">
      <dgm:prSet presAssocID="{5D33F64E-B1B2-974F-B999-729397EDC614}" presName="pictRect" presStyleLbl="node1" presStyleIdx="0" presStyleCnt="1" custScaleX="155278" custScaleY="146662" custLinFactNeighborX="-436" custLinFactNeighborY="5818"/>
      <dgm:spPr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BB8D8A90-81D9-BF4F-BD49-25CA5889A261}" type="pres">
      <dgm:prSet presAssocID="{5D33F64E-B1B2-974F-B999-729397EDC614}" presName="textRect" presStyleLbl="revTx" presStyleIdx="0" presStyleCnt="1" custScaleX="68429" custScaleY="46951" custLinFactNeighborX="3663" custLinFactNeighborY="501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42431C1-5094-5646-9997-356788E97C6F}" type="presOf" srcId="{5D33F64E-B1B2-974F-B999-729397EDC614}" destId="{BB8D8A90-81D9-BF4F-BD49-25CA5889A261}" srcOrd="0" destOrd="0" presId="urn:microsoft.com/office/officeart/2005/8/layout/pList1"/>
    <dgm:cxn modelId="{F277DF83-398A-C24B-B4B5-670B9879B720}" srcId="{CC5D6298-96E9-6949-BBAF-8445667CAD4B}" destId="{5D33F64E-B1B2-974F-B999-729397EDC614}" srcOrd="0" destOrd="0" parTransId="{4DAE519C-F152-D245-A12D-294F85085FF8}" sibTransId="{16CCAA1F-4496-3046-8641-4A7F76B6C277}"/>
    <dgm:cxn modelId="{3E6EB2A7-8DAE-4C4D-8589-F9784526C709}" type="presOf" srcId="{CC5D6298-96E9-6949-BBAF-8445667CAD4B}" destId="{56939423-AB0E-4F4B-9D26-3661BF524D87}" srcOrd="0" destOrd="0" presId="urn:microsoft.com/office/officeart/2005/8/layout/pList1"/>
    <dgm:cxn modelId="{B0E6B014-4514-3346-B302-1402FA7688D4}" type="presParOf" srcId="{56939423-AB0E-4F4B-9D26-3661BF524D87}" destId="{B90ED810-016D-D24C-8AC9-863A0C584DA9}" srcOrd="0" destOrd="0" presId="urn:microsoft.com/office/officeart/2005/8/layout/pList1"/>
    <dgm:cxn modelId="{B83F487A-A16B-1D42-96DD-BFC63A7D6477}" type="presParOf" srcId="{B90ED810-016D-D24C-8AC9-863A0C584DA9}" destId="{CA0CEBDE-EC6E-8242-84B6-B1BB69BA6F41}" srcOrd="0" destOrd="0" presId="urn:microsoft.com/office/officeart/2005/8/layout/pList1"/>
    <dgm:cxn modelId="{6D8D39CC-837B-724B-B572-03EF1D7D7E3C}" type="presParOf" srcId="{B90ED810-016D-D24C-8AC9-863A0C584DA9}" destId="{BB8D8A90-81D9-BF4F-BD49-25CA5889A261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0F4D67C-1064-094E-8539-CD54161694E1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F646CC-62CF-6A45-B6F9-24EBE34A98F4}">
      <dgm:prSet phldrT="[Text]"/>
      <dgm:spPr/>
      <dgm:t>
        <a:bodyPr/>
        <a:lstStyle/>
        <a:p>
          <a:r>
            <a:rPr lang="en-US" dirty="0" smtClean="0"/>
            <a:t>Hex Nuts</a:t>
          </a:r>
          <a:endParaRPr lang="en-US" dirty="0"/>
        </a:p>
      </dgm:t>
    </dgm:pt>
    <dgm:pt modelId="{D573CC59-67CF-3E4D-A110-01D3A209C23F}" type="parTrans" cxnId="{26CA6A73-10AC-A348-A0C1-4791A71C4CBE}">
      <dgm:prSet/>
      <dgm:spPr/>
      <dgm:t>
        <a:bodyPr/>
        <a:lstStyle/>
        <a:p>
          <a:endParaRPr lang="en-US"/>
        </a:p>
      </dgm:t>
    </dgm:pt>
    <dgm:pt modelId="{50CFF25A-7981-5A47-BC31-4AFEE6D014A6}" type="sibTrans" cxnId="{26CA6A73-10AC-A348-A0C1-4791A71C4CBE}">
      <dgm:prSet/>
      <dgm:spPr/>
      <dgm:t>
        <a:bodyPr/>
        <a:lstStyle/>
        <a:p>
          <a:endParaRPr lang="en-US"/>
        </a:p>
      </dgm:t>
    </dgm:pt>
    <dgm:pt modelId="{38EFC167-EB2C-D149-B161-255270C70976}" type="pres">
      <dgm:prSet presAssocID="{80F4D67C-1064-094E-8539-CD54161694E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4AE03A8-72BB-CA47-9A5D-05E9943D304F}" type="pres">
      <dgm:prSet presAssocID="{84F646CC-62CF-6A45-B6F9-24EBE34A98F4}" presName="compNode" presStyleCnt="0"/>
      <dgm:spPr/>
    </dgm:pt>
    <dgm:pt modelId="{221CD176-0E02-1548-9FF9-3DE679F5FFE5}" type="pres">
      <dgm:prSet presAssocID="{84F646CC-62CF-6A45-B6F9-24EBE34A98F4}" presName="pictRect" presStyleLbl="node1" presStyleIdx="0" presStyleCnt="1" custScaleX="150010" custScaleY="147910" custLinFactNeighborX="-10944" custLinFactNeighborY="-153"/>
      <dgm:spPr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7BDC9A9A-CA39-B74B-A6EC-3AAEF7B7EC3A}" type="pres">
      <dgm:prSet presAssocID="{84F646CC-62CF-6A45-B6F9-24EBE34A98F4}" presName="textRect" presStyleLbl="revTx" presStyleIdx="0" presStyleCnt="1" custScaleX="88536" custScaleY="68242" custLinFactNeighborX="-8303" custLinFactNeighborY="10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6CA6A73-10AC-A348-A0C1-4791A71C4CBE}" srcId="{80F4D67C-1064-094E-8539-CD54161694E1}" destId="{84F646CC-62CF-6A45-B6F9-24EBE34A98F4}" srcOrd="0" destOrd="0" parTransId="{D573CC59-67CF-3E4D-A110-01D3A209C23F}" sibTransId="{50CFF25A-7981-5A47-BC31-4AFEE6D014A6}"/>
    <dgm:cxn modelId="{1461B7B3-26C8-BA4D-8D68-6E8A300833D2}" type="presOf" srcId="{80F4D67C-1064-094E-8539-CD54161694E1}" destId="{38EFC167-EB2C-D149-B161-255270C70976}" srcOrd="0" destOrd="0" presId="urn:microsoft.com/office/officeart/2005/8/layout/pList1"/>
    <dgm:cxn modelId="{EA38BA3F-20C2-0D4B-B961-27A0FC03874A}" type="presOf" srcId="{84F646CC-62CF-6A45-B6F9-24EBE34A98F4}" destId="{7BDC9A9A-CA39-B74B-A6EC-3AAEF7B7EC3A}" srcOrd="0" destOrd="0" presId="urn:microsoft.com/office/officeart/2005/8/layout/pList1"/>
    <dgm:cxn modelId="{EA7BB564-3360-B042-B573-F9F31908B27D}" type="presParOf" srcId="{38EFC167-EB2C-D149-B161-255270C70976}" destId="{24AE03A8-72BB-CA47-9A5D-05E9943D304F}" srcOrd="0" destOrd="0" presId="urn:microsoft.com/office/officeart/2005/8/layout/pList1"/>
    <dgm:cxn modelId="{F5B891FE-3E33-8741-8467-5DF5B9DCA1A8}" type="presParOf" srcId="{24AE03A8-72BB-CA47-9A5D-05E9943D304F}" destId="{221CD176-0E02-1548-9FF9-3DE679F5FFE5}" srcOrd="0" destOrd="0" presId="urn:microsoft.com/office/officeart/2005/8/layout/pList1"/>
    <dgm:cxn modelId="{82EDE6B0-EF3B-DE41-8A61-FEDC8A2D6C88}" type="presParOf" srcId="{24AE03A8-72BB-CA47-9A5D-05E9943D304F}" destId="{7BDC9A9A-CA39-B74B-A6EC-3AAEF7B7EC3A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309D4A4-EF84-F94D-8EBF-76AB426E7C6F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A5B83D-D7D3-994A-9726-F1CB2392F809}">
      <dgm:prSet phldrT="[Text]" custT="1"/>
      <dgm:spPr/>
      <dgm:t>
        <a:bodyPr/>
        <a:lstStyle/>
        <a:p>
          <a:r>
            <a:rPr lang="en-US" sz="2000" dirty="0" smtClean="0"/>
            <a:t>Wheel Nuts</a:t>
          </a:r>
          <a:endParaRPr lang="en-US" sz="2000" dirty="0"/>
        </a:p>
      </dgm:t>
    </dgm:pt>
    <dgm:pt modelId="{145C1B06-3536-7542-8222-3F6D1D4F77AE}" type="parTrans" cxnId="{B634BBD8-485B-B344-A5E2-A3F1DA5AFD38}">
      <dgm:prSet/>
      <dgm:spPr/>
      <dgm:t>
        <a:bodyPr/>
        <a:lstStyle/>
        <a:p>
          <a:endParaRPr lang="en-US"/>
        </a:p>
      </dgm:t>
    </dgm:pt>
    <dgm:pt modelId="{9CFA7B99-501C-7340-8BA8-3D048CD4D631}" type="sibTrans" cxnId="{B634BBD8-485B-B344-A5E2-A3F1DA5AFD38}">
      <dgm:prSet/>
      <dgm:spPr/>
      <dgm:t>
        <a:bodyPr/>
        <a:lstStyle/>
        <a:p>
          <a:endParaRPr lang="en-US"/>
        </a:p>
      </dgm:t>
    </dgm:pt>
    <dgm:pt modelId="{B90B930A-9BC9-2544-88FC-FE7824A48677}">
      <dgm:prSet phldrT="[Text]" custT="1"/>
      <dgm:spPr/>
      <dgm:t>
        <a:bodyPr/>
        <a:lstStyle/>
        <a:p>
          <a:r>
            <a:rPr lang="en-US" sz="1800" dirty="0" err="1" smtClean="0"/>
            <a:t>Nylock</a:t>
          </a:r>
          <a:r>
            <a:rPr lang="en-US" sz="1800" dirty="0" smtClean="0"/>
            <a:t> Nuts</a:t>
          </a:r>
          <a:endParaRPr lang="en-US" sz="1800" dirty="0"/>
        </a:p>
      </dgm:t>
    </dgm:pt>
    <dgm:pt modelId="{E0EF3A21-DD81-7C40-BCE2-11922947F869}" type="parTrans" cxnId="{052D8840-91F9-104B-8FC1-7D925B4E0B54}">
      <dgm:prSet/>
      <dgm:spPr/>
      <dgm:t>
        <a:bodyPr/>
        <a:lstStyle/>
        <a:p>
          <a:endParaRPr lang="en-US"/>
        </a:p>
      </dgm:t>
    </dgm:pt>
    <dgm:pt modelId="{CC0FC971-E15F-7D48-A5E3-A339F3567C53}" type="sibTrans" cxnId="{052D8840-91F9-104B-8FC1-7D925B4E0B54}">
      <dgm:prSet/>
      <dgm:spPr/>
      <dgm:t>
        <a:bodyPr/>
        <a:lstStyle/>
        <a:p>
          <a:endParaRPr lang="en-US"/>
        </a:p>
      </dgm:t>
    </dgm:pt>
    <dgm:pt modelId="{26BA63B8-1B7F-DB4E-9B23-159D64AC30DA}">
      <dgm:prSet phldrT="[Text]" custT="1"/>
      <dgm:spPr/>
      <dgm:t>
        <a:bodyPr/>
        <a:lstStyle/>
        <a:p>
          <a:r>
            <a:rPr lang="en-US" sz="1800" dirty="0" smtClean="0"/>
            <a:t>Round Weld Nuts</a:t>
          </a:r>
          <a:endParaRPr lang="en-US" sz="1800" dirty="0"/>
        </a:p>
      </dgm:t>
    </dgm:pt>
    <dgm:pt modelId="{CF91BFCB-0B36-5141-B8AA-BEEE1B697725}" type="parTrans" cxnId="{9777B00B-45C0-934B-9252-1F734D915DA8}">
      <dgm:prSet/>
      <dgm:spPr/>
      <dgm:t>
        <a:bodyPr/>
        <a:lstStyle/>
        <a:p>
          <a:endParaRPr lang="en-US"/>
        </a:p>
      </dgm:t>
    </dgm:pt>
    <dgm:pt modelId="{603AE646-649D-1F42-A826-918070D8AB93}" type="sibTrans" cxnId="{9777B00B-45C0-934B-9252-1F734D915DA8}">
      <dgm:prSet/>
      <dgm:spPr/>
      <dgm:t>
        <a:bodyPr/>
        <a:lstStyle/>
        <a:p>
          <a:endParaRPr lang="en-US"/>
        </a:p>
      </dgm:t>
    </dgm:pt>
    <dgm:pt modelId="{4E7F7520-65B4-424D-AA91-6F77242AE055}">
      <dgm:prSet phldrT="[Text]" custT="1"/>
      <dgm:spPr/>
      <dgm:t>
        <a:bodyPr/>
        <a:lstStyle/>
        <a:p>
          <a:r>
            <a:rPr lang="en-US" sz="2000" dirty="0" smtClean="0"/>
            <a:t>U nut/ Lock Nut</a:t>
          </a:r>
          <a:endParaRPr lang="en-US" sz="2000" dirty="0"/>
        </a:p>
      </dgm:t>
    </dgm:pt>
    <dgm:pt modelId="{2DB8AA8E-7D20-E147-9057-5E27CDAE8386}" type="parTrans" cxnId="{40088DAD-3156-4448-BA57-D27A90A3B1EC}">
      <dgm:prSet/>
      <dgm:spPr/>
      <dgm:t>
        <a:bodyPr/>
        <a:lstStyle/>
        <a:p>
          <a:endParaRPr lang="en-US"/>
        </a:p>
      </dgm:t>
    </dgm:pt>
    <dgm:pt modelId="{207299DB-691F-F449-BB30-C4E0631B9B52}" type="sibTrans" cxnId="{40088DAD-3156-4448-BA57-D27A90A3B1EC}">
      <dgm:prSet/>
      <dgm:spPr/>
      <dgm:t>
        <a:bodyPr/>
        <a:lstStyle/>
        <a:p>
          <a:endParaRPr lang="en-US"/>
        </a:p>
      </dgm:t>
    </dgm:pt>
    <dgm:pt modelId="{845C18B5-C3AF-6242-B6AE-9FD05CE82170}" type="pres">
      <dgm:prSet presAssocID="{C309D4A4-EF84-F94D-8EBF-76AB426E7C6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7444C2E-53B6-5642-9747-CAB2E56C99CB}" type="pres">
      <dgm:prSet presAssocID="{D8A5B83D-D7D3-994A-9726-F1CB2392F809}" presName="compNode" presStyleCnt="0"/>
      <dgm:spPr/>
    </dgm:pt>
    <dgm:pt modelId="{6DBFEFEF-9D75-3541-A8A2-B4A0A7A2F54C}" type="pres">
      <dgm:prSet presAssocID="{D8A5B83D-D7D3-994A-9726-F1CB2392F809}" presName="pictRect" presStyleLbl="node1" presStyleIdx="0" presStyleCnt="4" custScaleX="394495" custScaleY="499028" custLinFactNeighborX="-32523" custLinFactNeighborY="40059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606" t="1229" r="5342" b="375"/>
          </a:stretch>
        </a:blipFill>
      </dgm:spPr>
      <dgm:t>
        <a:bodyPr/>
        <a:lstStyle/>
        <a:p>
          <a:endParaRPr lang="en-US"/>
        </a:p>
      </dgm:t>
    </dgm:pt>
    <dgm:pt modelId="{1274F61C-3F25-D84E-B559-23E9FA4984B4}" type="pres">
      <dgm:prSet presAssocID="{D8A5B83D-D7D3-994A-9726-F1CB2392F809}" presName="textRect" presStyleLbl="revTx" presStyleIdx="0" presStyleCnt="4" custScaleX="224179" custScaleY="137230" custLinFactY="200000" custLinFactNeighborX="-56366" custLinFactNeighborY="2382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11CAA8-5837-F54D-9DB7-E73712453FCC}" type="pres">
      <dgm:prSet presAssocID="{9CFA7B99-501C-7340-8BA8-3D048CD4D631}" presName="sibTrans" presStyleLbl="sibTrans2D1" presStyleIdx="0" presStyleCnt="0"/>
      <dgm:spPr/>
      <dgm:t>
        <a:bodyPr/>
        <a:lstStyle/>
        <a:p>
          <a:endParaRPr lang="en-US"/>
        </a:p>
      </dgm:t>
    </dgm:pt>
    <dgm:pt modelId="{9A18B3B2-39D4-3C43-8D8F-0F938FE5F355}" type="pres">
      <dgm:prSet presAssocID="{B90B930A-9BC9-2544-88FC-FE7824A48677}" presName="compNode" presStyleCnt="0"/>
      <dgm:spPr/>
    </dgm:pt>
    <dgm:pt modelId="{A832F23E-B208-BE41-B762-90F7DE76ACD4}" type="pres">
      <dgm:prSet presAssocID="{B90B930A-9BC9-2544-88FC-FE7824A48677}" presName="pictRect" presStyleLbl="node1" presStyleIdx="1" presStyleCnt="4" custScaleX="165899" custScaleY="174741" custLinFactY="10288" custLinFactNeighborX="36704" custLinFactNeighborY="100000"/>
      <dgm:spPr>
        <a:blipFill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2147C27-122E-844C-AB26-53AF260744CF}" type="pres">
      <dgm:prSet presAssocID="{B90B930A-9BC9-2544-88FC-FE7824A48677}" presName="textRect" presStyleLbl="revTx" presStyleIdx="1" presStyleCnt="4" custLinFactY="100000" custLinFactNeighborX="42843" custLinFactNeighborY="1740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7087CE-AB70-5046-A203-5DCF2703FF2A}" type="pres">
      <dgm:prSet presAssocID="{CC0FC971-E15F-7D48-A5E3-A339F3567C5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DE45DC71-5E4F-B24F-AB3F-64CC54FB0C57}" type="pres">
      <dgm:prSet presAssocID="{26BA63B8-1B7F-DB4E-9B23-159D64AC30DA}" presName="compNode" presStyleCnt="0"/>
      <dgm:spPr/>
    </dgm:pt>
    <dgm:pt modelId="{73FE3C4E-0156-9849-928F-910D2D061DCD}" type="pres">
      <dgm:prSet presAssocID="{26BA63B8-1B7F-DB4E-9B23-159D64AC30DA}" presName="pictRect" presStyleLbl="node1" presStyleIdx="2" presStyleCnt="4" custScaleX="173724" custScaleY="187513" custLinFactX="100000" custLinFactY="-200000" custLinFactNeighborX="192425" custLinFactNeighborY="-289663"/>
      <dgm:spPr>
        <a:blipFill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D1F8BE04-4E74-B74E-B591-3613EB28400F}" type="pres">
      <dgm:prSet presAssocID="{26BA63B8-1B7F-DB4E-9B23-159D64AC30DA}" presName="textRect" presStyleLbl="revTx" presStyleIdx="2" presStyleCnt="4" custScaleX="154997" custLinFactX="110932" custLinFactY="-400000" custLinFactNeighborX="200000" custLinFactNeighborY="-4458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92EE12-C1E7-AE4F-B6B5-A8B851754037}" type="pres">
      <dgm:prSet presAssocID="{603AE646-649D-1F42-A826-918070D8AB9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C761E75-4D2C-BD49-8D30-04BA5D74C1B8}" type="pres">
      <dgm:prSet presAssocID="{4E7F7520-65B4-424D-AA91-6F77242AE055}" presName="compNode" presStyleCnt="0"/>
      <dgm:spPr/>
    </dgm:pt>
    <dgm:pt modelId="{7DDCD75E-645F-AC4A-B0AB-FFBB834ACCC3}" type="pres">
      <dgm:prSet presAssocID="{4E7F7520-65B4-424D-AA91-6F77242AE055}" presName="pictRect" presStyleLbl="node1" presStyleIdx="3" presStyleCnt="4" custScaleX="134319" custScaleY="153664" custLinFactNeighborX="42184" custLinFactNeighborY="-20810"/>
      <dgm:spPr>
        <a:blipFill rotWithShape="1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193EAC5-AF5D-4C47-8546-AFB60DDBB2E6}" type="pres">
      <dgm:prSet presAssocID="{4E7F7520-65B4-424D-AA91-6F77242AE055}" presName="textRect" presStyleLbl="revTx" presStyleIdx="3" presStyleCnt="4" custScaleX="144714" custLinFactNeighborX="41747" custLinFactNeighborY="164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777B00B-45C0-934B-9252-1F734D915DA8}" srcId="{C309D4A4-EF84-F94D-8EBF-76AB426E7C6F}" destId="{26BA63B8-1B7F-DB4E-9B23-159D64AC30DA}" srcOrd="2" destOrd="0" parTransId="{CF91BFCB-0B36-5141-B8AA-BEEE1B697725}" sibTransId="{603AE646-649D-1F42-A826-918070D8AB93}"/>
    <dgm:cxn modelId="{5E5D4180-6F71-5A40-BCDE-54BD0CDB7C42}" type="presOf" srcId="{9CFA7B99-501C-7340-8BA8-3D048CD4D631}" destId="{9411CAA8-5837-F54D-9DB7-E73712453FCC}" srcOrd="0" destOrd="0" presId="urn:microsoft.com/office/officeart/2005/8/layout/pList1"/>
    <dgm:cxn modelId="{B2B87BA7-4137-B64B-891E-C66B6E1FF172}" type="presOf" srcId="{4E7F7520-65B4-424D-AA91-6F77242AE055}" destId="{6193EAC5-AF5D-4C47-8546-AFB60DDBB2E6}" srcOrd="0" destOrd="0" presId="urn:microsoft.com/office/officeart/2005/8/layout/pList1"/>
    <dgm:cxn modelId="{D101E011-53DF-7D44-8448-A34EE5B529DA}" type="presOf" srcId="{C309D4A4-EF84-F94D-8EBF-76AB426E7C6F}" destId="{845C18B5-C3AF-6242-B6AE-9FD05CE82170}" srcOrd="0" destOrd="0" presId="urn:microsoft.com/office/officeart/2005/8/layout/pList1"/>
    <dgm:cxn modelId="{B634BBD8-485B-B344-A5E2-A3F1DA5AFD38}" srcId="{C309D4A4-EF84-F94D-8EBF-76AB426E7C6F}" destId="{D8A5B83D-D7D3-994A-9726-F1CB2392F809}" srcOrd="0" destOrd="0" parTransId="{145C1B06-3536-7542-8222-3F6D1D4F77AE}" sibTransId="{9CFA7B99-501C-7340-8BA8-3D048CD4D631}"/>
    <dgm:cxn modelId="{40088DAD-3156-4448-BA57-D27A90A3B1EC}" srcId="{C309D4A4-EF84-F94D-8EBF-76AB426E7C6F}" destId="{4E7F7520-65B4-424D-AA91-6F77242AE055}" srcOrd="3" destOrd="0" parTransId="{2DB8AA8E-7D20-E147-9057-5E27CDAE8386}" sibTransId="{207299DB-691F-F449-BB30-C4E0631B9B52}"/>
    <dgm:cxn modelId="{052D8840-91F9-104B-8FC1-7D925B4E0B54}" srcId="{C309D4A4-EF84-F94D-8EBF-76AB426E7C6F}" destId="{B90B930A-9BC9-2544-88FC-FE7824A48677}" srcOrd="1" destOrd="0" parTransId="{E0EF3A21-DD81-7C40-BCE2-11922947F869}" sibTransId="{CC0FC971-E15F-7D48-A5E3-A339F3567C53}"/>
    <dgm:cxn modelId="{3F9FB528-EDBE-F943-91EC-044BE79C4155}" type="presOf" srcId="{603AE646-649D-1F42-A826-918070D8AB93}" destId="{D392EE12-C1E7-AE4F-B6B5-A8B851754037}" srcOrd="0" destOrd="0" presId="urn:microsoft.com/office/officeart/2005/8/layout/pList1"/>
    <dgm:cxn modelId="{AB20FCB8-5D5E-7C42-B88A-2AAC2C5D156F}" type="presOf" srcId="{26BA63B8-1B7F-DB4E-9B23-159D64AC30DA}" destId="{D1F8BE04-4E74-B74E-B591-3613EB28400F}" srcOrd="0" destOrd="0" presId="urn:microsoft.com/office/officeart/2005/8/layout/pList1"/>
    <dgm:cxn modelId="{65B8E52E-7E35-AE43-86B0-A692ABA55D46}" type="presOf" srcId="{D8A5B83D-D7D3-994A-9726-F1CB2392F809}" destId="{1274F61C-3F25-D84E-B559-23E9FA4984B4}" srcOrd="0" destOrd="0" presId="urn:microsoft.com/office/officeart/2005/8/layout/pList1"/>
    <dgm:cxn modelId="{EAEF0E75-0575-674C-8912-15F495429216}" type="presOf" srcId="{B90B930A-9BC9-2544-88FC-FE7824A48677}" destId="{22147C27-122E-844C-AB26-53AF260744CF}" srcOrd="0" destOrd="0" presId="urn:microsoft.com/office/officeart/2005/8/layout/pList1"/>
    <dgm:cxn modelId="{C4605ECC-6152-434A-A35A-FF32BCB848E3}" type="presOf" srcId="{CC0FC971-E15F-7D48-A5E3-A339F3567C53}" destId="{C77087CE-AB70-5046-A203-5DCF2703FF2A}" srcOrd="0" destOrd="0" presId="urn:microsoft.com/office/officeart/2005/8/layout/pList1"/>
    <dgm:cxn modelId="{E788B156-4745-5746-9090-CA8D2EAB215D}" type="presParOf" srcId="{845C18B5-C3AF-6242-B6AE-9FD05CE82170}" destId="{F7444C2E-53B6-5642-9747-CAB2E56C99CB}" srcOrd="0" destOrd="0" presId="urn:microsoft.com/office/officeart/2005/8/layout/pList1"/>
    <dgm:cxn modelId="{F70EB869-552A-774F-AA93-E0661E871C3F}" type="presParOf" srcId="{F7444C2E-53B6-5642-9747-CAB2E56C99CB}" destId="{6DBFEFEF-9D75-3541-A8A2-B4A0A7A2F54C}" srcOrd="0" destOrd="0" presId="urn:microsoft.com/office/officeart/2005/8/layout/pList1"/>
    <dgm:cxn modelId="{C84CB1A5-6287-4E45-BC66-F6BA3EEA9699}" type="presParOf" srcId="{F7444C2E-53B6-5642-9747-CAB2E56C99CB}" destId="{1274F61C-3F25-D84E-B559-23E9FA4984B4}" srcOrd="1" destOrd="0" presId="urn:microsoft.com/office/officeart/2005/8/layout/pList1"/>
    <dgm:cxn modelId="{674D45EA-6385-6449-867B-BD9426E8FF1D}" type="presParOf" srcId="{845C18B5-C3AF-6242-B6AE-9FD05CE82170}" destId="{9411CAA8-5837-F54D-9DB7-E73712453FCC}" srcOrd="1" destOrd="0" presId="urn:microsoft.com/office/officeart/2005/8/layout/pList1"/>
    <dgm:cxn modelId="{5AC0CC3E-D3DA-CA4C-A278-EB4AC5819AEA}" type="presParOf" srcId="{845C18B5-C3AF-6242-B6AE-9FD05CE82170}" destId="{9A18B3B2-39D4-3C43-8D8F-0F938FE5F355}" srcOrd="2" destOrd="0" presId="urn:microsoft.com/office/officeart/2005/8/layout/pList1"/>
    <dgm:cxn modelId="{CA75BC85-EA3C-DA4A-94AE-58296A09F4DC}" type="presParOf" srcId="{9A18B3B2-39D4-3C43-8D8F-0F938FE5F355}" destId="{A832F23E-B208-BE41-B762-90F7DE76ACD4}" srcOrd="0" destOrd="0" presId="urn:microsoft.com/office/officeart/2005/8/layout/pList1"/>
    <dgm:cxn modelId="{66FBFBB7-80BC-734E-9497-D24FCFAC160A}" type="presParOf" srcId="{9A18B3B2-39D4-3C43-8D8F-0F938FE5F355}" destId="{22147C27-122E-844C-AB26-53AF260744CF}" srcOrd="1" destOrd="0" presId="urn:microsoft.com/office/officeart/2005/8/layout/pList1"/>
    <dgm:cxn modelId="{7F1A2D7E-41E2-694F-AA52-FF5428C9302D}" type="presParOf" srcId="{845C18B5-C3AF-6242-B6AE-9FD05CE82170}" destId="{C77087CE-AB70-5046-A203-5DCF2703FF2A}" srcOrd="3" destOrd="0" presId="urn:microsoft.com/office/officeart/2005/8/layout/pList1"/>
    <dgm:cxn modelId="{118A80B2-E5C7-8A47-949F-77261EDA8E4C}" type="presParOf" srcId="{845C18B5-C3AF-6242-B6AE-9FD05CE82170}" destId="{DE45DC71-5E4F-B24F-AB3F-64CC54FB0C57}" srcOrd="4" destOrd="0" presId="urn:microsoft.com/office/officeart/2005/8/layout/pList1"/>
    <dgm:cxn modelId="{79A3028F-FA5A-F443-968A-0CCAD0948DC5}" type="presParOf" srcId="{DE45DC71-5E4F-B24F-AB3F-64CC54FB0C57}" destId="{73FE3C4E-0156-9849-928F-910D2D061DCD}" srcOrd="0" destOrd="0" presId="urn:microsoft.com/office/officeart/2005/8/layout/pList1"/>
    <dgm:cxn modelId="{D6A61B85-717A-304F-BBA2-0303DC06B9FC}" type="presParOf" srcId="{DE45DC71-5E4F-B24F-AB3F-64CC54FB0C57}" destId="{D1F8BE04-4E74-B74E-B591-3613EB28400F}" srcOrd="1" destOrd="0" presId="urn:microsoft.com/office/officeart/2005/8/layout/pList1"/>
    <dgm:cxn modelId="{1BDFA69A-D998-6541-ADBB-4BD0D1357195}" type="presParOf" srcId="{845C18B5-C3AF-6242-B6AE-9FD05CE82170}" destId="{D392EE12-C1E7-AE4F-B6B5-A8B851754037}" srcOrd="5" destOrd="0" presId="urn:microsoft.com/office/officeart/2005/8/layout/pList1"/>
    <dgm:cxn modelId="{8EC99A2D-348E-404F-8FF1-E59A75B4E0DD}" type="presParOf" srcId="{845C18B5-C3AF-6242-B6AE-9FD05CE82170}" destId="{AC761E75-4D2C-BD49-8D30-04BA5D74C1B8}" srcOrd="6" destOrd="0" presId="urn:microsoft.com/office/officeart/2005/8/layout/pList1"/>
    <dgm:cxn modelId="{F3BEF1B8-B80C-9D40-8607-0EE402FB87C1}" type="presParOf" srcId="{AC761E75-4D2C-BD49-8D30-04BA5D74C1B8}" destId="{7DDCD75E-645F-AC4A-B0AB-FFBB834ACCC3}" srcOrd="0" destOrd="0" presId="urn:microsoft.com/office/officeart/2005/8/layout/pList1"/>
    <dgm:cxn modelId="{03BB91C2-DB31-FC46-A3E7-92D27E95EB4B}" type="presParOf" srcId="{AC761E75-4D2C-BD49-8D30-04BA5D74C1B8}" destId="{6193EAC5-AF5D-4C47-8546-AFB60DDBB2E6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0725126-3306-C542-82DC-9A30953978F7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84F475-6BD0-BD46-AA97-5B1C287BF726}">
      <dgm:prSet phldrT="[Text]"/>
      <dgm:spPr/>
      <dgm:t>
        <a:bodyPr/>
        <a:lstStyle/>
        <a:p>
          <a:r>
            <a:rPr lang="en-US" dirty="0" smtClean="0"/>
            <a:t>Cage Nuts</a:t>
          </a:r>
          <a:endParaRPr lang="en-US" dirty="0"/>
        </a:p>
      </dgm:t>
    </dgm:pt>
    <dgm:pt modelId="{69ED285C-9207-9C46-80D5-535D7A45850E}" type="parTrans" cxnId="{A0BE2F0D-F933-BA45-8344-FBB5EA6F4E95}">
      <dgm:prSet/>
      <dgm:spPr/>
      <dgm:t>
        <a:bodyPr/>
        <a:lstStyle/>
        <a:p>
          <a:endParaRPr lang="en-US"/>
        </a:p>
      </dgm:t>
    </dgm:pt>
    <dgm:pt modelId="{D5AC98CF-207B-0242-B0B8-26E29A56C2C3}" type="sibTrans" cxnId="{A0BE2F0D-F933-BA45-8344-FBB5EA6F4E95}">
      <dgm:prSet/>
      <dgm:spPr/>
      <dgm:t>
        <a:bodyPr/>
        <a:lstStyle/>
        <a:p>
          <a:endParaRPr lang="en-US"/>
        </a:p>
      </dgm:t>
    </dgm:pt>
    <dgm:pt modelId="{8544A693-A821-654B-8155-D90BA0E1412F}">
      <dgm:prSet phldrT="[Text]"/>
      <dgm:spPr/>
      <dgm:t>
        <a:bodyPr/>
        <a:lstStyle/>
        <a:p>
          <a:r>
            <a:rPr lang="en-US" dirty="0" smtClean="0"/>
            <a:t>Rivet Nuts</a:t>
          </a:r>
          <a:endParaRPr lang="en-US" dirty="0"/>
        </a:p>
      </dgm:t>
    </dgm:pt>
    <dgm:pt modelId="{0834A09E-21B3-F24D-9D51-080E5B73572B}" type="parTrans" cxnId="{F0CA3EF2-E69F-CE40-9EDC-2CC25337D939}">
      <dgm:prSet/>
      <dgm:spPr/>
      <dgm:t>
        <a:bodyPr/>
        <a:lstStyle/>
        <a:p>
          <a:endParaRPr lang="en-US"/>
        </a:p>
      </dgm:t>
    </dgm:pt>
    <dgm:pt modelId="{35D689D1-B280-2247-84A2-0E084ED602AB}" type="sibTrans" cxnId="{F0CA3EF2-E69F-CE40-9EDC-2CC25337D939}">
      <dgm:prSet/>
      <dgm:spPr/>
      <dgm:t>
        <a:bodyPr/>
        <a:lstStyle/>
        <a:p>
          <a:endParaRPr lang="en-US"/>
        </a:p>
      </dgm:t>
    </dgm:pt>
    <dgm:pt modelId="{35B982CD-2462-7A4A-88F6-867D14FCB222}">
      <dgm:prSet phldrT="[Text]"/>
      <dgm:spPr/>
      <dgm:t>
        <a:bodyPr/>
        <a:lstStyle/>
        <a:p>
          <a:r>
            <a:rPr lang="en-US" dirty="0" smtClean="0"/>
            <a:t>Square Weld Nuts</a:t>
          </a:r>
          <a:endParaRPr lang="en-US" dirty="0"/>
        </a:p>
      </dgm:t>
    </dgm:pt>
    <dgm:pt modelId="{3E9A093C-6240-274A-B1F5-BCC3A3411C07}" type="parTrans" cxnId="{CB169CBD-DFC1-774B-B2E7-3A4AEDAB4B49}">
      <dgm:prSet/>
      <dgm:spPr/>
      <dgm:t>
        <a:bodyPr/>
        <a:lstStyle/>
        <a:p>
          <a:endParaRPr lang="en-US"/>
        </a:p>
      </dgm:t>
    </dgm:pt>
    <dgm:pt modelId="{E8918BD2-1D38-9B4B-83E2-957F3E80728E}" type="sibTrans" cxnId="{CB169CBD-DFC1-774B-B2E7-3A4AEDAB4B49}">
      <dgm:prSet/>
      <dgm:spPr/>
      <dgm:t>
        <a:bodyPr/>
        <a:lstStyle/>
        <a:p>
          <a:endParaRPr lang="en-US"/>
        </a:p>
      </dgm:t>
    </dgm:pt>
    <dgm:pt modelId="{A9E561EF-8351-304D-A2EA-4728F03B1DAC}">
      <dgm:prSet phldrT="[Text]"/>
      <dgm:spPr/>
      <dgm:t>
        <a:bodyPr/>
        <a:lstStyle/>
        <a:p>
          <a:r>
            <a:rPr lang="en-US" dirty="0" smtClean="0"/>
            <a:t>T weld Nut</a:t>
          </a:r>
          <a:endParaRPr lang="en-US" dirty="0"/>
        </a:p>
      </dgm:t>
    </dgm:pt>
    <dgm:pt modelId="{8422A1BD-46A6-5942-BF4F-B85BC144C7D3}" type="parTrans" cxnId="{EB4EA6EB-D71C-8D4D-98CF-81B8D95B1933}">
      <dgm:prSet/>
      <dgm:spPr/>
      <dgm:t>
        <a:bodyPr/>
        <a:lstStyle/>
        <a:p>
          <a:endParaRPr lang="en-US"/>
        </a:p>
      </dgm:t>
    </dgm:pt>
    <dgm:pt modelId="{2268DA83-F87A-D041-9C86-2FE6CF411194}" type="sibTrans" cxnId="{EB4EA6EB-D71C-8D4D-98CF-81B8D95B1933}">
      <dgm:prSet/>
      <dgm:spPr/>
      <dgm:t>
        <a:bodyPr/>
        <a:lstStyle/>
        <a:p>
          <a:endParaRPr lang="en-US"/>
        </a:p>
      </dgm:t>
    </dgm:pt>
    <dgm:pt modelId="{DFFCBC76-711F-D145-AC6B-B3001A602970}">
      <dgm:prSet phldrT="[Text]"/>
      <dgm:spPr/>
      <dgm:t>
        <a:bodyPr/>
        <a:lstStyle/>
        <a:p>
          <a:r>
            <a:rPr lang="en-US" dirty="0" smtClean="0"/>
            <a:t>Round Weld Nut</a:t>
          </a:r>
          <a:endParaRPr lang="en-US" dirty="0"/>
        </a:p>
      </dgm:t>
    </dgm:pt>
    <dgm:pt modelId="{6B6A5D3F-2655-1B4C-A0EA-81F13FC317B1}" type="parTrans" cxnId="{A9FAF961-0326-534B-81AE-227A2D43029B}">
      <dgm:prSet/>
      <dgm:spPr/>
      <dgm:t>
        <a:bodyPr/>
        <a:lstStyle/>
        <a:p>
          <a:endParaRPr lang="en-US"/>
        </a:p>
      </dgm:t>
    </dgm:pt>
    <dgm:pt modelId="{8713ACC8-FD7D-054B-9ADF-E25AB7DBB79B}" type="sibTrans" cxnId="{A9FAF961-0326-534B-81AE-227A2D43029B}">
      <dgm:prSet/>
      <dgm:spPr/>
      <dgm:t>
        <a:bodyPr/>
        <a:lstStyle/>
        <a:p>
          <a:endParaRPr lang="en-US"/>
        </a:p>
      </dgm:t>
    </dgm:pt>
    <dgm:pt modelId="{FDB4CBEB-8B29-A444-BC11-7E5BA0DD95FC}">
      <dgm:prSet phldrT="[Text]"/>
      <dgm:spPr/>
      <dgm:t>
        <a:bodyPr/>
        <a:lstStyle/>
        <a:p>
          <a:r>
            <a:rPr lang="en-US" dirty="0" smtClean="0"/>
            <a:t>Hex Weld Nuts</a:t>
          </a:r>
          <a:endParaRPr lang="en-US" dirty="0"/>
        </a:p>
      </dgm:t>
    </dgm:pt>
    <dgm:pt modelId="{0B3AF8F0-D631-B34E-940D-5886598F5BC4}" type="parTrans" cxnId="{7A0FE0D7-7D9B-E147-8A27-E02D6FF71043}">
      <dgm:prSet/>
      <dgm:spPr/>
      <dgm:t>
        <a:bodyPr/>
        <a:lstStyle/>
        <a:p>
          <a:endParaRPr lang="en-US"/>
        </a:p>
      </dgm:t>
    </dgm:pt>
    <dgm:pt modelId="{3A43FE1F-5738-C14F-8CCF-E24AFC57CC52}" type="sibTrans" cxnId="{7A0FE0D7-7D9B-E147-8A27-E02D6FF71043}">
      <dgm:prSet/>
      <dgm:spPr/>
      <dgm:t>
        <a:bodyPr/>
        <a:lstStyle/>
        <a:p>
          <a:endParaRPr lang="en-US"/>
        </a:p>
      </dgm:t>
    </dgm:pt>
    <dgm:pt modelId="{76291C46-68DC-654E-A0D2-C8D1EB15F022}" type="pres">
      <dgm:prSet presAssocID="{00725126-3306-C542-82DC-9A30953978F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EEB6B4-0865-514E-A5D0-7595871561B1}" type="pres">
      <dgm:prSet presAssocID="{F984F475-6BD0-BD46-AA97-5B1C287BF726}" presName="compNode" presStyleCnt="0"/>
      <dgm:spPr/>
    </dgm:pt>
    <dgm:pt modelId="{137718D8-A7D5-034F-8E9F-531F1DD3D7FC}" type="pres">
      <dgm:prSet presAssocID="{F984F475-6BD0-BD46-AA97-5B1C287BF726}" presName="pictRect" presStyleLbl="node1" presStyleIdx="0" presStyleCnt="6" custScaleX="121223" custScaleY="130345" custLinFactNeighborX="-2816" custLinFactNeighborY="-10198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455" b="1217"/>
          </a:stretch>
        </a:blipFill>
      </dgm:spPr>
      <dgm:t>
        <a:bodyPr/>
        <a:lstStyle/>
        <a:p>
          <a:endParaRPr lang="en-US"/>
        </a:p>
      </dgm:t>
    </dgm:pt>
    <dgm:pt modelId="{CB8D2002-342A-E44A-9F43-1FD33C4D1F02}" type="pres">
      <dgm:prSet presAssocID="{F984F475-6BD0-BD46-AA97-5B1C287BF726}" presName="textRect" presStyleLbl="revTx" presStyleIdx="0" presStyleCnt="6" custLinFactNeighborX="-6730" custLinFactNeighborY="186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C517BD-DEBF-B64F-B58D-EE4FB796F837}" type="pres">
      <dgm:prSet presAssocID="{D5AC98CF-207B-0242-B0B8-26E29A56C2C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B5186A1-C207-174A-916B-84698B881763}" type="pres">
      <dgm:prSet presAssocID="{8544A693-A821-654B-8155-D90BA0E1412F}" presName="compNode" presStyleCnt="0"/>
      <dgm:spPr/>
    </dgm:pt>
    <dgm:pt modelId="{CC5F6DB3-96EB-314A-A599-414637CEC25F}" type="pres">
      <dgm:prSet presAssocID="{8544A693-A821-654B-8155-D90BA0E1412F}" presName="pictRect" presStyleLbl="node1" presStyleIdx="1" presStyleCnt="6" custAng="5400000" custScaleX="126512" custScaleY="153332" custLinFactX="10044" custLinFactNeighborX="100000" custLinFactNeighborY="5830"/>
      <dgm:spPr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F24893E4-CA02-3248-AFBF-8F1F43C9A818}" type="pres">
      <dgm:prSet presAssocID="{8544A693-A821-654B-8155-D90BA0E1412F}" presName="textRect" presStyleLbl="revTx" presStyleIdx="1" presStyleCnt="6" custLinFactX="10570" custLinFactNeighborX="100000" custLinFactNeighborY="7243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94FEAD-3A36-EF43-A874-DA0C88840139}" type="pres">
      <dgm:prSet presAssocID="{35D689D1-B280-2247-84A2-0E084ED602AB}" presName="sibTrans" presStyleLbl="sibTrans2D1" presStyleIdx="0" presStyleCnt="0"/>
      <dgm:spPr/>
      <dgm:t>
        <a:bodyPr/>
        <a:lstStyle/>
        <a:p>
          <a:endParaRPr lang="en-US"/>
        </a:p>
      </dgm:t>
    </dgm:pt>
    <dgm:pt modelId="{B0A56590-E42F-EE48-A943-28766AB22718}" type="pres">
      <dgm:prSet presAssocID="{DFFCBC76-711F-D145-AC6B-B3001A602970}" presName="compNode" presStyleCnt="0"/>
      <dgm:spPr/>
    </dgm:pt>
    <dgm:pt modelId="{8F146B5D-8BBD-6443-AFD0-F85D54530881}" type="pres">
      <dgm:prSet presAssocID="{DFFCBC76-711F-D145-AC6B-B3001A602970}" presName="pictRect" presStyleLbl="node1" presStyleIdx="2" presStyleCnt="6" custLinFactX="-33252" custLinFactNeighborX="-100000" custLinFactNeighborY="-14456"/>
      <dgm:spPr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0B51CD3-1573-7B4D-9F94-938C91349078}" type="pres">
      <dgm:prSet presAssocID="{DFFCBC76-711F-D145-AC6B-B3001A602970}" presName="textRect" presStyleLbl="revTx" presStyleIdx="2" presStyleCnt="6" custScaleY="52513" custLinFactX="-33252" custLinFactNeighborX="-100000" custLinFactNeighborY="-2868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40D5A7-EC03-1B4C-9CBF-3812877A1AE1}" type="pres">
      <dgm:prSet presAssocID="{8713ACC8-FD7D-054B-9ADF-E25AB7DBB79B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D1BC3BE-7CBB-D546-905B-06DCAD2DA048}" type="pres">
      <dgm:prSet presAssocID="{35B982CD-2462-7A4A-88F6-867D14FCB222}" presName="compNode" presStyleCnt="0"/>
      <dgm:spPr/>
    </dgm:pt>
    <dgm:pt modelId="{06BB2037-93F8-894A-88FC-E9D66DC0C3CE}" type="pres">
      <dgm:prSet presAssocID="{35B982CD-2462-7A4A-88F6-867D14FCB222}" presName="pictRect" presStyleLbl="node1" presStyleIdx="3" presStyleCnt="6" custScaleX="117451" custScaleY="122828" custLinFactNeighborX="-9033" custLinFactNeighborY="-6429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891"/>
          </a:stretch>
        </a:blipFill>
      </dgm:spPr>
      <dgm:t>
        <a:bodyPr/>
        <a:lstStyle/>
        <a:p>
          <a:endParaRPr lang="en-US"/>
        </a:p>
      </dgm:t>
    </dgm:pt>
    <dgm:pt modelId="{7EF45208-C5A5-3441-BEDD-31B939FB2B13}" type="pres">
      <dgm:prSet presAssocID="{35B982CD-2462-7A4A-88F6-867D14FCB222}" presName="textRect" presStyleLbl="revTx" presStyleIdx="3" presStyleCnt="6" custScaleX="140590" custLinFactX="-22138" custLinFactNeighborX="-100000" custLinFactNeighborY="86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363DCF-4BEE-2941-B5DB-2EE875D89FBA}" type="pres">
      <dgm:prSet presAssocID="{E8918BD2-1D38-9B4B-83E2-957F3E80728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ABBF08F-1D55-7B4E-BC12-99EDFA1F22CC}" type="pres">
      <dgm:prSet presAssocID="{A9E561EF-8351-304D-A2EA-4728F03B1DAC}" presName="compNode" presStyleCnt="0"/>
      <dgm:spPr/>
    </dgm:pt>
    <dgm:pt modelId="{F6FD0B83-DBE8-4F4D-8DBA-939BFE9B7AD8}" type="pres">
      <dgm:prSet presAssocID="{A9E561EF-8351-304D-A2EA-4728F03B1DAC}" presName="pictRect" presStyleLbl="node1" presStyleIdx="4" presStyleCnt="6" custScaleX="71019" custScaleY="128453" custLinFactNeighborX="-18076" custLinFactNeighborY="-4280"/>
      <dgm:spPr>
        <a:blipFill dpi="0"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791"/>
          </a:stretch>
        </a:blipFill>
      </dgm:spPr>
      <dgm:t>
        <a:bodyPr/>
        <a:lstStyle/>
        <a:p>
          <a:endParaRPr lang="en-US"/>
        </a:p>
      </dgm:t>
    </dgm:pt>
    <dgm:pt modelId="{2D75EFAC-4E92-B140-BEDC-47EE1C417FC6}" type="pres">
      <dgm:prSet presAssocID="{A9E561EF-8351-304D-A2EA-4728F03B1DAC}" presName="textRect" presStyleLbl="revTx" presStyleIdx="4" presStyleCnt="6" custLinFactNeighborX="-23679" custLinFactNeighborY="146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D32E11-FB1E-6F40-8450-7BC557CB44D2}" type="pres">
      <dgm:prSet presAssocID="{2268DA83-F87A-D041-9C86-2FE6CF41119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70C0159-D93C-0B48-A439-0901B9E5CA52}" type="pres">
      <dgm:prSet presAssocID="{FDB4CBEB-8B29-A444-BC11-7E5BA0DD95FC}" presName="compNode" presStyleCnt="0"/>
      <dgm:spPr/>
    </dgm:pt>
    <dgm:pt modelId="{DFC9FC10-D24B-4E41-BC0D-AF2B68E72DE0}" type="pres">
      <dgm:prSet presAssocID="{FDB4CBEB-8B29-A444-BC11-7E5BA0DD95FC}" presName="pictRect" presStyleLbl="node1" presStyleIdx="5" presStyleCnt="6" custScaleX="138879" custScaleY="144802" custLinFactNeighborX="-19818" custLinFactNeighborY="-192"/>
      <dgm:spPr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6761" r="14770"/>
          </a:stretch>
        </a:blipFill>
      </dgm:spPr>
      <dgm:t>
        <a:bodyPr/>
        <a:lstStyle/>
        <a:p>
          <a:endParaRPr lang="en-US"/>
        </a:p>
      </dgm:t>
    </dgm:pt>
    <dgm:pt modelId="{4D18AB9A-93F5-8545-86AC-7546DDDA8A22}" type="pres">
      <dgm:prSet presAssocID="{FDB4CBEB-8B29-A444-BC11-7E5BA0DD95FC}" presName="textRect" presStyleLbl="revTx" presStyleIdx="5" presStyleCnt="6" custLinFactNeighborX="-22513" custLinFactNeighborY="250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C0E05FA-7F7C-1C4A-940C-9ABC647B5D01}" type="presOf" srcId="{8713ACC8-FD7D-054B-9ADF-E25AB7DBB79B}" destId="{2F40D5A7-EC03-1B4C-9CBF-3812877A1AE1}" srcOrd="0" destOrd="0" presId="urn:microsoft.com/office/officeart/2005/8/layout/pList1"/>
    <dgm:cxn modelId="{0C1824ED-C8CD-0F42-9ED4-6E0A5B240E31}" type="presOf" srcId="{8544A693-A821-654B-8155-D90BA0E1412F}" destId="{F24893E4-CA02-3248-AFBF-8F1F43C9A818}" srcOrd="0" destOrd="0" presId="urn:microsoft.com/office/officeart/2005/8/layout/pList1"/>
    <dgm:cxn modelId="{0143C724-18ED-2B45-9C02-D3F4205009A6}" type="presOf" srcId="{FDB4CBEB-8B29-A444-BC11-7E5BA0DD95FC}" destId="{4D18AB9A-93F5-8545-86AC-7546DDDA8A22}" srcOrd="0" destOrd="0" presId="urn:microsoft.com/office/officeart/2005/8/layout/pList1"/>
    <dgm:cxn modelId="{FFCD1498-1640-644C-9C33-B040016797ED}" type="presOf" srcId="{2268DA83-F87A-D041-9C86-2FE6CF411194}" destId="{79D32E11-FB1E-6F40-8450-7BC557CB44D2}" srcOrd="0" destOrd="0" presId="urn:microsoft.com/office/officeart/2005/8/layout/pList1"/>
    <dgm:cxn modelId="{A0BE2F0D-F933-BA45-8344-FBB5EA6F4E95}" srcId="{00725126-3306-C542-82DC-9A30953978F7}" destId="{F984F475-6BD0-BD46-AA97-5B1C287BF726}" srcOrd="0" destOrd="0" parTransId="{69ED285C-9207-9C46-80D5-535D7A45850E}" sibTransId="{D5AC98CF-207B-0242-B0B8-26E29A56C2C3}"/>
    <dgm:cxn modelId="{ABBC5D10-A11B-8F4F-9956-37FCCCF1ECC1}" type="presOf" srcId="{35B982CD-2462-7A4A-88F6-867D14FCB222}" destId="{7EF45208-C5A5-3441-BEDD-31B939FB2B13}" srcOrd="0" destOrd="0" presId="urn:microsoft.com/office/officeart/2005/8/layout/pList1"/>
    <dgm:cxn modelId="{432903FC-10A3-B546-95F3-A96B2B264876}" type="presOf" srcId="{F984F475-6BD0-BD46-AA97-5B1C287BF726}" destId="{CB8D2002-342A-E44A-9F43-1FD33C4D1F02}" srcOrd="0" destOrd="0" presId="urn:microsoft.com/office/officeart/2005/8/layout/pList1"/>
    <dgm:cxn modelId="{617B9A77-E014-5D4C-89DC-425B2BFC6CB9}" type="presOf" srcId="{D5AC98CF-207B-0242-B0B8-26E29A56C2C3}" destId="{16C517BD-DEBF-B64F-B58D-EE4FB796F837}" srcOrd="0" destOrd="0" presId="urn:microsoft.com/office/officeart/2005/8/layout/pList1"/>
    <dgm:cxn modelId="{CB169CBD-DFC1-774B-B2E7-3A4AEDAB4B49}" srcId="{00725126-3306-C542-82DC-9A30953978F7}" destId="{35B982CD-2462-7A4A-88F6-867D14FCB222}" srcOrd="3" destOrd="0" parTransId="{3E9A093C-6240-274A-B1F5-BCC3A3411C07}" sibTransId="{E8918BD2-1D38-9B4B-83E2-957F3E80728E}"/>
    <dgm:cxn modelId="{F0CA3EF2-E69F-CE40-9EDC-2CC25337D939}" srcId="{00725126-3306-C542-82DC-9A30953978F7}" destId="{8544A693-A821-654B-8155-D90BA0E1412F}" srcOrd="1" destOrd="0" parTransId="{0834A09E-21B3-F24D-9D51-080E5B73572B}" sibTransId="{35D689D1-B280-2247-84A2-0E084ED602AB}"/>
    <dgm:cxn modelId="{5476B6BF-40CE-2E48-87AA-FFB08D216336}" type="presOf" srcId="{35D689D1-B280-2247-84A2-0E084ED602AB}" destId="{CC94FEAD-3A36-EF43-A874-DA0C88840139}" srcOrd="0" destOrd="0" presId="urn:microsoft.com/office/officeart/2005/8/layout/pList1"/>
    <dgm:cxn modelId="{7A0FE0D7-7D9B-E147-8A27-E02D6FF71043}" srcId="{00725126-3306-C542-82DC-9A30953978F7}" destId="{FDB4CBEB-8B29-A444-BC11-7E5BA0DD95FC}" srcOrd="5" destOrd="0" parTransId="{0B3AF8F0-D631-B34E-940D-5886598F5BC4}" sibTransId="{3A43FE1F-5738-C14F-8CCF-E24AFC57CC52}"/>
    <dgm:cxn modelId="{E3D9BDD6-5A7E-D94A-8520-14FD94931BBD}" type="presOf" srcId="{E8918BD2-1D38-9B4B-83E2-957F3E80728E}" destId="{E4363DCF-4BEE-2941-B5DB-2EE875D89FBA}" srcOrd="0" destOrd="0" presId="urn:microsoft.com/office/officeart/2005/8/layout/pList1"/>
    <dgm:cxn modelId="{A9FAF961-0326-534B-81AE-227A2D43029B}" srcId="{00725126-3306-C542-82DC-9A30953978F7}" destId="{DFFCBC76-711F-D145-AC6B-B3001A602970}" srcOrd="2" destOrd="0" parTransId="{6B6A5D3F-2655-1B4C-A0EA-81F13FC317B1}" sibTransId="{8713ACC8-FD7D-054B-9ADF-E25AB7DBB79B}"/>
    <dgm:cxn modelId="{02C4C94D-1E40-6B4E-9B76-67F0A2B4DDA3}" type="presOf" srcId="{A9E561EF-8351-304D-A2EA-4728F03B1DAC}" destId="{2D75EFAC-4E92-B140-BEDC-47EE1C417FC6}" srcOrd="0" destOrd="0" presId="urn:microsoft.com/office/officeart/2005/8/layout/pList1"/>
    <dgm:cxn modelId="{A78E9AB7-8D71-E741-BAF9-268AC5E79D3F}" type="presOf" srcId="{00725126-3306-C542-82DC-9A30953978F7}" destId="{76291C46-68DC-654E-A0D2-C8D1EB15F022}" srcOrd="0" destOrd="0" presId="urn:microsoft.com/office/officeart/2005/8/layout/pList1"/>
    <dgm:cxn modelId="{EB4EA6EB-D71C-8D4D-98CF-81B8D95B1933}" srcId="{00725126-3306-C542-82DC-9A30953978F7}" destId="{A9E561EF-8351-304D-A2EA-4728F03B1DAC}" srcOrd="4" destOrd="0" parTransId="{8422A1BD-46A6-5942-BF4F-B85BC144C7D3}" sibTransId="{2268DA83-F87A-D041-9C86-2FE6CF411194}"/>
    <dgm:cxn modelId="{59941204-87CD-4149-A27D-7CE28E66008E}" type="presOf" srcId="{DFFCBC76-711F-D145-AC6B-B3001A602970}" destId="{60B51CD3-1573-7B4D-9F94-938C91349078}" srcOrd="0" destOrd="0" presId="urn:microsoft.com/office/officeart/2005/8/layout/pList1"/>
    <dgm:cxn modelId="{8101210B-3E3F-3C4E-A138-EC139DBA8303}" type="presParOf" srcId="{76291C46-68DC-654E-A0D2-C8D1EB15F022}" destId="{02EEB6B4-0865-514E-A5D0-7595871561B1}" srcOrd="0" destOrd="0" presId="urn:microsoft.com/office/officeart/2005/8/layout/pList1"/>
    <dgm:cxn modelId="{1C64260D-E60E-D545-9E43-87A142CAFF62}" type="presParOf" srcId="{02EEB6B4-0865-514E-A5D0-7595871561B1}" destId="{137718D8-A7D5-034F-8E9F-531F1DD3D7FC}" srcOrd="0" destOrd="0" presId="urn:microsoft.com/office/officeart/2005/8/layout/pList1"/>
    <dgm:cxn modelId="{95949ABF-E063-D749-B747-A63A06323C8D}" type="presParOf" srcId="{02EEB6B4-0865-514E-A5D0-7595871561B1}" destId="{CB8D2002-342A-E44A-9F43-1FD33C4D1F02}" srcOrd="1" destOrd="0" presId="urn:microsoft.com/office/officeart/2005/8/layout/pList1"/>
    <dgm:cxn modelId="{5E4D6AA4-593C-5043-9AB6-36203199F0D7}" type="presParOf" srcId="{76291C46-68DC-654E-A0D2-C8D1EB15F022}" destId="{16C517BD-DEBF-B64F-B58D-EE4FB796F837}" srcOrd="1" destOrd="0" presId="urn:microsoft.com/office/officeart/2005/8/layout/pList1"/>
    <dgm:cxn modelId="{4F05F744-81B3-6248-ADEE-5492A38CDB6D}" type="presParOf" srcId="{76291C46-68DC-654E-A0D2-C8D1EB15F022}" destId="{2B5186A1-C207-174A-916B-84698B881763}" srcOrd="2" destOrd="0" presId="urn:microsoft.com/office/officeart/2005/8/layout/pList1"/>
    <dgm:cxn modelId="{66B1606E-EC7A-1D46-BAC8-F60AA5E2BDAD}" type="presParOf" srcId="{2B5186A1-C207-174A-916B-84698B881763}" destId="{CC5F6DB3-96EB-314A-A599-414637CEC25F}" srcOrd="0" destOrd="0" presId="urn:microsoft.com/office/officeart/2005/8/layout/pList1"/>
    <dgm:cxn modelId="{53F9241A-D65A-3449-B54D-1E3F01B6B090}" type="presParOf" srcId="{2B5186A1-C207-174A-916B-84698B881763}" destId="{F24893E4-CA02-3248-AFBF-8F1F43C9A818}" srcOrd="1" destOrd="0" presId="urn:microsoft.com/office/officeart/2005/8/layout/pList1"/>
    <dgm:cxn modelId="{317242FE-EB65-6E4B-874B-F877EB63DFD8}" type="presParOf" srcId="{76291C46-68DC-654E-A0D2-C8D1EB15F022}" destId="{CC94FEAD-3A36-EF43-A874-DA0C88840139}" srcOrd="3" destOrd="0" presId="urn:microsoft.com/office/officeart/2005/8/layout/pList1"/>
    <dgm:cxn modelId="{B114CEF9-AAE4-A149-A894-610585AC2246}" type="presParOf" srcId="{76291C46-68DC-654E-A0D2-C8D1EB15F022}" destId="{B0A56590-E42F-EE48-A943-28766AB22718}" srcOrd="4" destOrd="0" presId="urn:microsoft.com/office/officeart/2005/8/layout/pList1"/>
    <dgm:cxn modelId="{6B6338B8-1B8E-2249-9CED-9A18F8198FAA}" type="presParOf" srcId="{B0A56590-E42F-EE48-A943-28766AB22718}" destId="{8F146B5D-8BBD-6443-AFD0-F85D54530881}" srcOrd="0" destOrd="0" presId="urn:microsoft.com/office/officeart/2005/8/layout/pList1"/>
    <dgm:cxn modelId="{9E6B1D66-2525-4C4D-8801-92A1ABCDE789}" type="presParOf" srcId="{B0A56590-E42F-EE48-A943-28766AB22718}" destId="{60B51CD3-1573-7B4D-9F94-938C91349078}" srcOrd="1" destOrd="0" presId="urn:microsoft.com/office/officeart/2005/8/layout/pList1"/>
    <dgm:cxn modelId="{F2720F16-04EC-0847-9420-CB348D167373}" type="presParOf" srcId="{76291C46-68DC-654E-A0D2-C8D1EB15F022}" destId="{2F40D5A7-EC03-1B4C-9CBF-3812877A1AE1}" srcOrd="5" destOrd="0" presId="urn:microsoft.com/office/officeart/2005/8/layout/pList1"/>
    <dgm:cxn modelId="{97BEA641-D8B5-5D42-B2F5-A2B4176B1C62}" type="presParOf" srcId="{76291C46-68DC-654E-A0D2-C8D1EB15F022}" destId="{5D1BC3BE-7CBB-D546-905B-06DCAD2DA048}" srcOrd="6" destOrd="0" presId="urn:microsoft.com/office/officeart/2005/8/layout/pList1"/>
    <dgm:cxn modelId="{B269DB9E-88E7-4C41-8EC5-DEE8BEBF8661}" type="presParOf" srcId="{5D1BC3BE-7CBB-D546-905B-06DCAD2DA048}" destId="{06BB2037-93F8-894A-88FC-E9D66DC0C3CE}" srcOrd="0" destOrd="0" presId="urn:microsoft.com/office/officeart/2005/8/layout/pList1"/>
    <dgm:cxn modelId="{8E9B84E7-385F-1E4F-B7DD-430B715BE572}" type="presParOf" srcId="{5D1BC3BE-7CBB-D546-905B-06DCAD2DA048}" destId="{7EF45208-C5A5-3441-BEDD-31B939FB2B13}" srcOrd="1" destOrd="0" presId="urn:microsoft.com/office/officeart/2005/8/layout/pList1"/>
    <dgm:cxn modelId="{21523ECE-0D26-154A-88D6-FE6644EDF7EF}" type="presParOf" srcId="{76291C46-68DC-654E-A0D2-C8D1EB15F022}" destId="{E4363DCF-4BEE-2941-B5DB-2EE875D89FBA}" srcOrd="7" destOrd="0" presId="urn:microsoft.com/office/officeart/2005/8/layout/pList1"/>
    <dgm:cxn modelId="{B06BD401-B124-DB40-BBC3-163F71E44900}" type="presParOf" srcId="{76291C46-68DC-654E-A0D2-C8D1EB15F022}" destId="{EABBF08F-1D55-7B4E-BC12-99EDFA1F22CC}" srcOrd="8" destOrd="0" presId="urn:microsoft.com/office/officeart/2005/8/layout/pList1"/>
    <dgm:cxn modelId="{FF5C1AD8-99A3-A647-851A-C9BE91786164}" type="presParOf" srcId="{EABBF08F-1D55-7B4E-BC12-99EDFA1F22CC}" destId="{F6FD0B83-DBE8-4F4D-8DBA-939BFE9B7AD8}" srcOrd="0" destOrd="0" presId="urn:microsoft.com/office/officeart/2005/8/layout/pList1"/>
    <dgm:cxn modelId="{D1CF8188-239F-0E41-B00D-5750E1A29649}" type="presParOf" srcId="{EABBF08F-1D55-7B4E-BC12-99EDFA1F22CC}" destId="{2D75EFAC-4E92-B140-BEDC-47EE1C417FC6}" srcOrd="1" destOrd="0" presId="urn:microsoft.com/office/officeart/2005/8/layout/pList1"/>
    <dgm:cxn modelId="{7CEA66BB-CEA3-C048-81B1-A6A97C712D3D}" type="presParOf" srcId="{76291C46-68DC-654E-A0D2-C8D1EB15F022}" destId="{79D32E11-FB1E-6F40-8450-7BC557CB44D2}" srcOrd="9" destOrd="0" presId="urn:microsoft.com/office/officeart/2005/8/layout/pList1"/>
    <dgm:cxn modelId="{85B757AE-0FE4-6144-BC80-545B0E3622FD}" type="presParOf" srcId="{76291C46-68DC-654E-A0D2-C8D1EB15F022}" destId="{470C0159-D93C-0B48-A439-0901B9E5CA52}" srcOrd="10" destOrd="0" presId="urn:microsoft.com/office/officeart/2005/8/layout/pList1"/>
    <dgm:cxn modelId="{98CE36D0-678A-1D40-8B3E-92B59F8F40E4}" type="presParOf" srcId="{470C0159-D93C-0B48-A439-0901B9E5CA52}" destId="{DFC9FC10-D24B-4E41-BC0D-AF2B68E72DE0}" srcOrd="0" destOrd="0" presId="urn:microsoft.com/office/officeart/2005/8/layout/pList1"/>
    <dgm:cxn modelId="{E2AC8946-3EFE-9A4A-B8D0-5725525D9725}" type="presParOf" srcId="{470C0159-D93C-0B48-A439-0901B9E5CA52}" destId="{4D18AB9A-93F5-8545-86AC-7546DDDA8A22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C5BC37E-B344-3549-A5C4-9C4615D6D4BC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4A7434-5607-124C-8A6E-51B841AA91DD}">
      <dgm:prSet phldrT="[Text]"/>
      <dgm:spPr/>
      <dgm:t>
        <a:bodyPr/>
        <a:lstStyle/>
        <a:p>
          <a:r>
            <a:rPr lang="en-US" dirty="0" smtClean="0"/>
            <a:t>Castle Nut</a:t>
          </a:r>
          <a:endParaRPr lang="en-US" dirty="0"/>
        </a:p>
      </dgm:t>
    </dgm:pt>
    <dgm:pt modelId="{165A7EF8-1755-2647-BA75-5D4BD439A578}" type="parTrans" cxnId="{BC4450AF-1FF0-6844-812F-D1C1F1179CE3}">
      <dgm:prSet/>
      <dgm:spPr/>
      <dgm:t>
        <a:bodyPr/>
        <a:lstStyle/>
        <a:p>
          <a:endParaRPr lang="en-US"/>
        </a:p>
      </dgm:t>
    </dgm:pt>
    <dgm:pt modelId="{7306924D-6FFB-3A46-845D-0614BF0B01BD}" type="sibTrans" cxnId="{BC4450AF-1FF0-6844-812F-D1C1F1179CE3}">
      <dgm:prSet/>
      <dgm:spPr/>
      <dgm:t>
        <a:bodyPr/>
        <a:lstStyle/>
        <a:p>
          <a:endParaRPr lang="en-US"/>
        </a:p>
      </dgm:t>
    </dgm:pt>
    <dgm:pt modelId="{7D5195E9-D0B1-C445-90D6-20ABE1367F73}">
      <dgm:prSet phldrT="[Text]"/>
      <dgm:spPr/>
      <dgm:t>
        <a:bodyPr/>
        <a:lstStyle/>
        <a:p>
          <a:r>
            <a:rPr lang="en-US" dirty="0" err="1" smtClean="0"/>
            <a:t>Spl</a:t>
          </a:r>
          <a:r>
            <a:rPr lang="en-US" dirty="0" smtClean="0"/>
            <a:t> nut earth plate</a:t>
          </a:r>
          <a:endParaRPr lang="en-US" dirty="0"/>
        </a:p>
      </dgm:t>
    </dgm:pt>
    <dgm:pt modelId="{CD2F4AB1-12DD-9143-9BCA-2469D69D1E87}" type="parTrans" cxnId="{2D5C7B0A-1398-B145-B7A3-24E51526B4E0}">
      <dgm:prSet/>
      <dgm:spPr/>
      <dgm:t>
        <a:bodyPr/>
        <a:lstStyle/>
        <a:p>
          <a:endParaRPr lang="en-US"/>
        </a:p>
      </dgm:t>
    </dgm:pt>
    <dgm:pt modelId="{1406C48B-93B3-2741-AFD0-675D6833A424}" type="sibTrans" cxnId="{2D5C7B0A-1398-B145-B7A3-24E51526B4E0}">
      <dgm:prSet/>
      <dgm:spPr/>
      <dgm:t>
        <a:bodyPr/>
        <a:lstStyle/>
        <a:p>
          <a:endParaRPr lang="en-US"/>
        </a:p>
      </dgm:t>
    </dgm:pt>
    <dgm:pt modelId="{EA9FE8D5-8CF5-5245-98D6-4270002E62CD}">
      <dgm:prSet phldrT="[Text]"/>
      <dgm:spPr/>
      <dgm:t>
        <a:bodyPr/>
        <a:lstStyle/>
        <a:p>
          <a:r>
            <a:rPr lang="en-US" dirty="0" err="1" smtClean="0"/>
            <a:t>Spl</a:t>
          </a:r>
          <a:r>
            <a:rPr lang="en-US" dirty="0" smtClean="0"/>
            <a:t> blind rivet nut (Auto)</a:t>
          </a:r>
          <a:endParaRPr lang="en-US" dirty="0"/>
        </a:p>
      </dgm:t>
    </dgm:pt>
    <dgm:pt modelId="{544CD950-27D3-4D4D-B8C3-436EBB9AA165}" type="parTrans" cxnId="{24F1059D-7A87-C542-8FAD-55734310FFC2}">
      <dgm:prSet/>
      <dgm:spPr/>
      <dgm:t>
        <a:bodyPr/>
        <a:lstStyle/>
        <a:p>
          <a:endParaRPr lang="en-US"/>
        </a:p>
      </dgm:t>
    </dgm:pt>
    <dgm:pt modelId="{42068B4B-2FA4-0941-A13B-03E0CA5FDF5A}" type="sibTrans" cxnId="{24F1059D-7A87-C542-8FAD-55734310FFC2}">
      <dgm:prSet/>
      <dgm:spPr/>
      <dgm:t>
        <a:bodyPr/>
        <a:lstStyle/>
        <a:p>
          <a:endParaRPr lang="en-US"/>
        </a:p>
      </dgm:t>
    </dgm:pt>
    <dgm:pt modelId="{FD44462B-3EE1-A74D-9421-198846E64AE4}">
      <dgm:prSet phldrT="[Text]"/>
      <dgm:spPr/>
      <dgm:t>
        <a:bodyPr/>
        <a:lstStyle/>
        <a:p>
          <a:r>
            <a:rPr lang="en-US" dirty="0" smtClean="0"/>
            <a:t>Sleeves</a:t>
          </a:r>
          <a:endParaRPr lang="en-US" dirty="0"/>
        </a:p>
      </dgm:t>
    </dgm:pt>
    <dgm:pt modelId="{76D316A4-D998-1E4E-B218-9F5E53FFE75D}" type="sibTrans" cxnId="{AA0838B2-0E49-2B43-9BF1-C6D22340F38F}">
      <dgm:prSet/>
      <dgm:spPr/>
      <dgm:t>
        <a:bodyPr/>
        <a:lstStyle/>
        <a:p>
          <a:endParaRPr lang="en-US"/>
        </a:p>
      </dgm:t>
    </dgm:pt>
    <dgm:pt modelId="{2A69C8EB-0672-E940-A2CA-098AE52D831B}" type="parTrans" cxnId="{AA0838B2-0E49-2B43-9BF1-C6D22340F38F}">
      <dgm:prSet/>
      <dgm:spPr/>
      <dgm:t>
        <a:bodyPr/>
        <a:lstStyle/>
        <a:p>
          <a:endParaRPr lang="en-US"/>
        </a:p>
      </dgm:t>
    </dgm:pt>
    <dgm:pt modelId="{87A626CB-8756-1C49-80DB-A7E40194860C}">
      <dgm:prSet phldrT="[Text]"/>
      <dgm:spPr/>
      <dgm:t>
        <a:bodyPr/>
        <a:lstStyle/>
        <a:p>
          <a:r>
            <a:rPr lang="en-US" dirty="0" smtClean="0"/>
            <a:t>Thin Nuts</a:t>
          </a:r>
          <a:endParaRPr lang="en-US" dirty="0"/>
        </a:p>
      </dgm:t>
    </dgm:pt>
    <dgm:pt modelId="{9C90009D-0FB6-9349-B430-D102A5282F79}" type="parTrans" cxnId="{790B54F1-D5A1-FC4C-A296-830250457AC8}">
      <dgm:prSet/>
      <dgm:spPr/>
      <dgm:t>
        <a:bodyPr/>
        <a:lstStyle/>
        <a:p>
          <a:endParaRPr lang="en-US"/>
        </a:p>
      </dgm:t>
    </dgm:pt>
    <dgm:pt modelId="{FA7DC5E8-5487-F44D-80EC-D29316DCB556}" type="sibTrans" cxnId="{790B54F1-D5A1-FC4C-A296-830250457AC8}">
      <dgm:prSet/>
      <dgm:spPr/>
      <dgm:t>
        <a:bodyPr/>
        <a:lstStyle/>
        <a:p>
          <a:endParaRPr lang="en-US"/>
        </a:p>
      </dgm:t>
    </dgm:pt>
    <dgm:pt modelId="{56A91FF0-EDB3-684C-848C-F53C14E2555A}" type="pres">
      <dgm:prSet presAssocID="{8C5BC37E-B344-3549-A5C4-9C4615D6D4B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B205863-AC97-2541-9958-14AA07611FA6}" type="pres">
      <dgm:prSet presAssocID="{D24A7434-5607-124C-8A6E-51B841AA91DD}" presName="compNode" presStyleCnt="0"/>
      <dgm:spPr/>
    </dgm:pt>
    <dgm:pt modelId="{10E66686-5939-BB40-82FF-3D569E3CF11D}" type="pres">
      <dgm:prSet presAssocID="{D24A7434-5607-124C-8A6E-51B841AA91DD}" presName="pictRect" presStyleLbl="node1" presStyleIdx="0" presStyleCnt="5" custScaleX="130555" custScaleY="131762" custLinFactNeighborX="6716" custLinFactNeighborY="2160"/>
      <dgm:spPr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4BAB81E-17AF-6E4B-A1F7-59090CB80E78}" type="pres">
      <dgm:prSet presAssocID="{D24A7434-5607-124C-8A6E-51B841AA91DD}" presName="textRect" presStyleLbl="revTx" presStyleIdx="0" presStyleCnt="5" custLinFactNeighborX="4157" custLinFactNeighborY="201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DCA111-BB12-1840-A847-E9B2B279803F}" type="pres">
      <dgm:prSet presAssocID="{7306924D-6FFB-3A46-845D-0614BF0B01B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BC7C644-EA1E-544A-9483-114651E29FA2}" type="pres">
      <dgm:prSet presAssocID="{7D5195E9-D0B1-C445-90D6-20ABE1367F73}" presName="compNode" presStyleCnt="0"/>
      <dgm:spPr/>
    </dgm:pt>
    <dgm:pt modelId="{1820C0FB-80D7-4B49-8D8F-5344188F7664}" type="pres">
      <dgm:prSet presAssocID="{7D5195E9-D0B1-C445-90D6-20ABE1367F73}" presName="pictRect" presStyleLbl="node1" presStyleIdx="1" presStyleCnt="5" custScaleX="173021" custScaleY="166529" custLinFactNeighborX="9376" custLinFactNeighborY="9151"/>
      <dgm:spPr>
        <a:blipFill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5439E03F-95AD-6F49-80DA-5DB28049CAF5}" type="pres">
      <dgm:prSet presAssocID="{7D5195E9-D0B1-C445-90D6-20ABE1367F73}" presName="textRect" presStyleLbl="revTx" presStyleIdx="1" presStyleCnt="5" custScaleX="177640" custLinFactNeighborX="18540" custLinFactNeighborY="620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1C5FF-0740-664D-BCBC-9DCF08AA39CE}" type="pres">
      <dgm:prSet presAssocID="{1406C48B-93B3-2741-AFD0-675D6833A42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763C5DF-A45B-5E46-A914-799E6265E6E0}" type="pres">
      <dgm:prSet presAssocID="{87A626CB-8756-1C49-80DB-A7E40194860C}" presName="compNode" presStyleCnt="0"/>
      <dgm:spPr/>
    </dgm:pt>
    <dgm:pt modelId="{D98E7078-1179-6E42-9329-129E044D3750}" type="pres">
      <dgm:prSet presAssocID="{87A626CB-8756-1C49-80DB-A7E40194860C}" presName="pictRect" presStyleLbl="node1" presStyleIdx="2" presStyleCnt="5" custAng="5400000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r="5583"/>
          </a:stretch>
        </a:blipFill>
      </dgm:spPr>
      <dgm:t>
        <a:bodyPr/>
        <a:lstStyle/>
        <a:p>
          <a:endParaRPr lang="en-US"/>
        </a:p>
      </dgm:t>
    </dgm:pt>
    <dgm:pt modelId="{D9084AF9-F5A9-3649-B964-48B5F5D6C04E}" type="pres">
      <dgm:prSet presAssocID="{87A626CB-8756-1C49-80DB-A7E40194860C}" presName="textRect" presStyleLbl="revTx" presStyleIdx="2" presStyleCnt="5" custLinFactNeighborX="6738" custLinFactNeighborY="441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872147-44CB-394D-9236-81BD4FD3CC64}" type="pres">
      <dgm:prSet presAssocID="{FA7DC5E8-5487-F44D-80EC-D29316DCB55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ADBFF53-89F9-3D46-9A0F-E88EF96412CE}" type="pres">
      <dgm:prSet presAssocID="{EA9FE8D5-8CF5-5245-98D6-4270002E62CD}" presName="compNode" presStyleCnt="0"/>
      <dgm:spPr/>
    </dgm:pt>
    <dgm:pt modelId="{0CA9C93C-A023-A445-BD9D-9FAF170ED521}" type="pres">
      <dgm:prSet presAssocID="{EA9FE8D5-8CF5-5245-98D6-4270002E62CD}" presName="pictRect" presStyleLbl="node1" presStyleIdx="3" presStyleCnt="5" custAng="5400000" custScaleX="148086" custScaleY="177137" custLinFactNeighborX="-2273" custLinFactNeighborY="72"/>
      <dgm:spPr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4FF12124-4035-A446-AB1D-9A6D59F77073}" type="pres">
      <dgm:prSet presAssocID="{EA9FE8D5-8CF5-5245-98D6-4270002E62CD}" presName="textRect" presStyleLbl="revTx" presStyleIdx="3" presStyleCnt="5" custScaleX="157434" custScaleY="53964" custLinFactNeighborX="5247" custLinFactNeighborY="377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79B490-BAC6-2346-B3DD-791E5867B29D}" type="pres">
      <dgm:prSet presAssocID="{42068B4B-2FA4-0941-A13B-03E0CA5FDF5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96E511FE-9662-B34D-B7A5-33A3F97CFA6F}" type="pres">
      <dgm:prSet presAssocID="{FD44462B-3EE1-A74D-9421-198846E64AE4}" presName="compNode" presStyleCnt="0"/>
      <dgm:spPr/>
    </dgm:pt>
    <dgm:pt modelId="{EC20D061-20EA-8548-81C1-48DAE94FC583}" type="pres">
      <dgm:prSet presAssocID="{FD44462B-3EE1-A74D-9421-198846E64AE4}" presName="pictRect" presStyleLbl="node1" presStyleIdx="4" presStyleCnt="5" custScaleX="129393" custScaleY="134418"/>
      <dgm:spPr>
        <a:blipFill dpi="0"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FE7AE8C2-70D4-FB44-993F-DA3ABA3586CF}" type="pres">
      <dgm:prSet presAssocID="{FD44462B-3EE1-A74D-9421-198846E64AE4}" presName="textRect" presStyleLbl="revTx" presStyleIdx="4" presStyleCnt="5" custLinFactNeighborX="4435" custLinFactNeighborY="313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52385C4-D910-F342-A9E2-DF1FD735CC2A}" type="presOf" srcId="{7D5195E9-D0B1-C445-90D6-20ABE1367F73}" destId="{5439E03F-95AD-6F49-80DA-5DB28049CAF5}" srcOrd="0" destOrd="0" presId="urn:microsoft.com/office/officeart/2005/8/layout/pList1"/>
    <dgm:cxn modelId="{026F50A6-9EE0-844B-8933-894352AA1A09}" type="presOf" srcId="{EA9FE8D5-8CF5-5245-98D6-4270002E62CD}" destId="{4FF12124-4035-A446-AB1D-9A6D59F77073}" srcOrd="0" destOrd="0" presId="urn:microsoft.com/office/officeart/2005/8/layout/pList1"/>
    <dgm:cxn modelId="{24F1059D-7A87-C542-8FAD-55734310FFC2}" srcId="{8C5BC37E-B344-3549-A5C4-9C4615D6D4BC}" destId="{EA9FE8D5-8CF5-5245-98D6-4270002E62CD}" srcOrd="3" destOrd="0" parTransId="{544CD950-27D3-4D4D-B8C3-436EBB9AA165}" sibTransId="{42068B4B-2FA4-0941-A13B-03E0CA5FDF5A}"/>
    <dgm:cxn modelId="{295B1BF2-B4DB-1544-9E8B-FC0885DC832D}" type="presOf" srcId="{D24A7434-5607-124C-8A6E-51B841AA91DD}" destId="{24BAB81E-17AF-6E4B-A1F7-59090CB80E78}" srcOrd="0" destOrd="0" presId="urn:microsoft.com/office/officeart/2005/8/layout/pList1"/>
    <dgm:cxn modelId="{790B54F1-D5A1-FC4C-A296-830250457AC8}" srcId="{8C5BC37E-B344-3549-A5C4-9C4615D6D4BC}" destId="{87A626CB-8756-1C49-80DB-A7E40194860C}" srcOrd="2" destOrd="0" parTransId="{9C90009D-0FB6-9349-B430-D102A5282F79}" sibTransId="{FA7DC5E8-5487-F44D-80EC-D29316DCB556}"/>
    <dgm:cxn modelId="{98483D47-2732-C749-8E39-029C1310C5F9}" type="presOf" srcId="{8C5BC37E-B344-3549-A5C4-9C4615D6D4BC}" destId="{56A91FF0-EDB3-684C-848C-F53C14E2555A}" srcOrd="0" destOrd="0" presId="urn:microsoft.com/office/officeart/2005/8/layout/pList1"/>
    <dgm:cxn modelId="{B77F5974-E13E-E047-9583-5982286A81E1}" type="presOf" srcId="{42068B4B-2FA4-0941-A13B-03E0CA5FDF5A}" destId="{7379B490-BAC6-2346-B3DD-791E5867B29D}" srcOrd="0" destOrd="0" presId="urn:microsoft.com/office/officeart/2005/8/layout/pList1"/>
    <dgm:cxn modelId="{3367F5D0-E3AE-7341-B0FF-D435B75B6F59}" type="presOf" srcId="{87A626CB-8756-1C49-80DB-A7E40194860C}" destId="{D9084AF9-F5A9-3649-B964-48B5F5D6C04E}" srcOrd="0" destOrd="0" presId="urn:microsoft.com/office/officeart/2005/8/layout/pList1"/>
    <dgm:cxn modelId="{BECE1141-9405-864C-9412-0395C62A3E30}" type="presOf" srcId="{FA7DC5E8-5487-F44D-80EC-D29316DCB556}" destId="{88872147-44CB-394D-9236-81BD4FD3CC64}" srcOrd="0" destOrd="0" presId="urn:microsoft.com/office/officeart/2005/8/layout/pList1"/>
    <dgm:cxn modelId="{70E87E74-DA62-EC45-84D7-C71A60F3A4B3}" type="presOf" srcId="{FD44462B-3EE1-A74D-9421-198846E64AE4}" destId="{FE7AE8C2-70D4-FB44-993F-DA3ABA3586CF}" srcOrd="0" destOrd="0" presId="urn:microsoft.com/office/officeart/2005/8/layout/pList1"/>
    <dgm:cxn modelId="{AA0838B2-0E49-2B43-9BF1-C6D22340F38F}" srcId="{8C5BC37E-B344-3549-A5C4-9C4615D6D4BC}" destId="{FD44462B-3EE1-A74D-9421-198846E64AE4}" srcOrd="4" destOrd="0" parTransId="{2A69C8EB-0672-E940-A2CA-098AE52D831B}" sibTransId="{76D316A4-D998-1E4E-B218-9F5E53FFE75D}"/>
    <dgm:cxn modelId="{4AE06B19-30A5-FD49-AC56-91BC25D7093E}" type="presOf" srcId="{7306924D-6FFB-3A46-845D-0614BF0B01BD}" destId="{AEDCA111-BB12-1840-A847-E9B2B279803F}" srcOrd="0" destOrd="0" presId="urn:microsoft.com/office/officeart/2005/8/layout/pList1"/>
    <dgm:cxn modelId="{2D5C7B0A-1398-B145-B7A3-24E51526B4E0}" srcId="{8C5BC37E-B344-3549-A5C4-9C4615D6D4BC}" destId="{7D5195E9-D0B1-C445-90D6-20ABE1367F73}" srcOrd="1" destOrd="0" parTransId="{CD2F4AB1-12DD-9143-9BCA-2469D69D1E87}" sibTransId="{1406C48B-93B3-2741-AFD0-675D6833A424}"/>
    <dgm:cxn modelId="{BC4450AF-1FF0-6844-812F-D1C1F1179CE3}" srcId="{8C5BC37E-B344-3549-A5C4-9C4615D6D4BC}" destId="{D24A7434-5607-124C-8A6E-51B841AA91DD}" srcOrd="0" destOrd="0" parTransId="{165A7EF8-1755-2647-BA75-5D4BD439A578}" sibTransId="{7306924D-6FFB-3A46-845D-0614BF0B01BD}"/>
    <dgm:cxn modelId="{7390FBC7-EE9D-1448-A746-38AB2F271846}" type="presOf" srcId="{1406C48B-93B3-2741-AFD0-675D6833A424}" destId="{2F71C5FF-0740-664D-BCBC-9DCF08AA39CE}" srcOrd="0" destOrd="0" presId="urn:microsoft.com/office/officeart/2005/8/layout/pList1"/>
    <dgm:cxn modelId="{70A4188D-FCCC-5146-B576-1465586236AF}" type="presParOf" srcId="{56A91FF0-EDB3-684C-848C-F53C14E2555A}" destId="{3B205863-AC97-2541-9958-14AA07611FA6}" srcOrd="0" destOrd="0" presId="urn:microsoft.com/office/officeart/2005/8/layout/pList1"/>
    <dgm:cxn modelId="{7849429F-9688-9E44-8671-B1D9DF0FBBCA}" type="presParOf" srcId="{3B205863-AC97-2541-9958-14AA07611FA6}" destId="{10E66686-5939-BB40-82FF-3D569E3CF11D}" srcOrd="0" destOrd="0" presId="urn:microsoft.com/office/officeart/2005/8/layout/pList1"/>
    <dgm:cxn modelId="{84F7D0DC-44DB-5B44-B8D8-9BF3409C5C4F}" type="presParOf" srcId="{3B205863-AC97-2541-9958-14AA07611FA6}" destId="{24BAB81E-17AF-6E4B-A1F7-59090CB80E78}" srcOrd="1" destOrd="0" presId="urn:microsoft.com/office/officeart/2005/8/layout/pList1"/>
    <dgm:cxn modelId="{0D15A724-7AAA-964D-8065-F5238ABE8E25}" type="presParOf" srcId="{56A91FF0-EDB3-684C-848C-F53C14E2555A}" destId="{AEDCA111-BB12-1840-A847-E9B2B279803F}" srcOrd="1" destOrd="0" presId="urn:microsoft.com/office/officeart/2005/8/layout/pList1"/>
    <dgm:cxn modelId="{643E948A-F85B-FD40-8B15-99547F0756DF}" type="presParOf" srcId="{56A91FF0-EDB3-684C-848C-F53C14E2555A}" destId="{3BC7C644-EA1E-544A-9483-114651E29FA2}" srcOrd="2" destOrd="0" presId="urn:microsoft.com/office/officeart/2005/8/layout/pList1"/>
    <dgm:cxn modelId="{FFB89599-935E-AC48-BF69-26B8AEAD95CD}" type="presParOf" srcId="{3BC7C644-EA1E-544A-9483-114651E29FA2}" destId="{1820C0FB-80D7-4B49-8D8F-5344188F7664}" srcOrd="0" destOrd="0" presId="urn:microsoft.com/office/officeart/2005/8/layout/pList1"/>
    <dgm:cxn modelId="{394B6D86-7858-0040-AAD2-8537FB22DEEC}" type="presParOf" srcId="{3BC7C644-EA1E-544A-9483-114651E29FA2}" destId="{5439E03F-95AD-6F49-80DA-5DB28049CAF5}" srcOrd="1" destOrd="0" presId="urn:microsoft.com/office/officeart/2005/8/layout/pList1"/>
    <dgm:cxn modelId="{A40A772C-2564-5D46-8514-7FCCFE87C937}" type="presParOf" srcId="{56A91FF0-EDB3-684C-848C-F53C14E2555A}" destId="{2F71C5FF-0740-664D-BCBC-9DCF08AA39CE}" srcOrd="3" destOrd="0" presId="urn:microsoft.com/office/officeart/2005/8/layout/pList1"/>
    <dgm:cxn modelId="{1E27B803-5D69-324C-809A-34C7EE5DD3D8}" type="presParOf" srcId="{56A91FF0-EDB3-684C-848C-F53C14E2555A}" destId="{3763C5DF-A45B-5E46-A914-799E6265E6E0}" srcOrd="4" destOrd="0" presId="urn:microsoft.com/office/officeart/2005/8/layout/pList1"/>
    <dgm:cxn modelId="{2DA0660C-C7F3-6D49-A3AD-E96DB185F73C}" type="presParOf" srcId="{3763C5DF-A45B-5E46-A914-799E6265E6E0}" destId="{D98E7078-1179-6E42-9329-129E044D3750}" srcOrd="0" destOrd="0" presId="urn:microsoft.com/office/officeart/2005/8/layout/pList1"/>
    <dgm:cxn modelId="{C272DDCD-5AD9-514C-BD3A-7BFC0D298179}" type="presParOf" srcId="{3763C5DF-A45B-5E46-A914-799E6265E6E0}" destId="{D9084AF9-F5A9-3649-B964-48B5F5D6C04E}" srcOrd="1" destOrd="0" presId="urn:microsoft.com/office/officeart/2005/8/layout/pList1"/>
    <dgm:cxn modelId="{D34185AF-7229-674F-B9B8-31D20F68F4CF}" type="presParOf" srcId="{56A91FF0-EDB3-684C-848C-F53C14E2555A}" destId="{88872147-44CB-394D-9236-81BD4FD3CC64}" srcOrd="5" destOrd="0" presId="urn:microsoft.com/office/officeart/2005/8/layout/pList1"/>
    <dgm:cxn modelId="{EB4F6690-05C4-1541-8562-67141E9172FA}" type="presParOf" srcId="{56A91FF0-EDB3-684C-848C-F53C14E2555A}" destId="{1ADBFF53-89F9-3D46-9A0F-E88EF96412CE}" srcOrd="6" destOrd="0" presId="urn:microsoft.com/office/officeart/2005/8/layout/pList1"/>
    <dgm:cxn modelId="{DA79BFAB-BD9F-2242-B4B0-A7C24AE9B8C3}" type="presParOf" srcId="{1ADBFF53-89F9-3D46-9A0F-E88EF96412CE}" destId="{0CA9C93C-A023-A445-BD9D-9FAF170ED521}" srcOrd="0" destOrd="0" presId="urn:microsoft.com/office/officeart/2005/8/layout/pList1"/>
    <dgm:cxn modelId="{0AEAD25A-677A-D341-AC4C-36BD9397AA39}" type="presParOf" srcId="{1ADBFF53-89F9-3D46-9A0F-E88EF96412CE}" destId="{4FF12124-4035-A446-AB1D-9A6D59F77073}" srcOrd="1" destOrd="0" presId="urn:microsoft.com/office/officeart/2005/8/layout/pList1"/>
    <dgm:cxn modelId="{AF721DFF-5A51-6948-ADF1-A1648A05FDB2}" type="presParOf" srcId="{56A91FF0-EDB3-684C-848C-F53C14E2555A}" destId="{7379B490-BAC6-2346-B3DD-791E5867B29D}" srcOrd="7" destOrd="0" presId="urn:microsoft.com/office/officeart/2005/8/layout/pList1"/>
    <dgm:cxn modelId="{276479C3-133D-2047-BCC4-53745AB97310}" type="presParOf" srcId="{56A91FF0-EDB3-684C-848C-F53C14E2555A}" destId="{96E511FE-9662-B34D-B7A5-33A3F97CFA6F}" srcOrd="8" destOrd="0" presId="urn:microsoft.com/office/officeart/2005/8/layout/pList1"/>
    <dgm:cxn modelId="{2060500B-50B9-8044-8267-AA77E8A55684}" type="presParOf" srcId="{96E511FE-9662-B34D-B7A5-33A3F97CFA6F}" destId="{EC20D061-20EA-8548-81C1-48DAE94FC583}" srcOrd="0" destOrd="0" presId="urn:microsoft.com/office/officeart/2005/8/layout/pList1"/>
    <dgm:cxn modelId="{F8139BFF-1356-F04D-A788-D2073959990D}" type="presParOf" srcId="{96E511FE-9662-B34D-B7A5-33A3F97CFA6F}" destId="{FE7AE8C2-70D4-FB44-993F-DA3ABA3586CF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C5BC37E-B344-3549-A5C4-9C4615D6D4BC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4A7434-5607-124C-8A6E-51B841AA91DD}">
      <dgm:prSet phldrT="[Text]"/>
      <dgm:spPr/>
      <dgm:t>
        <a:bodyPr/>
        <a:lstStyle/>
        <a:p>
          <a:r>
            <a:rPr lang="en-US" dirty="0" smtClean="0"/>
            <a:t>Sleeves</a:t>
          </a:r>
          <a:endParaRPr lang="en-US" dirty="0"/>
        </a:p>
      </dgm:t>
    </dgm:pt>
    <dgm:pt modelId="{165A7EF8-1755-2647-BA75-5D4BD439A578}" type="parTrans" cxnId="{BC4450AF-1FF0-6844-812F-D1C1F1179CE3}">
      <dgm:prSet/>
      <dgm:spPr/>
      <dgm:t>
        <a:bodyPr/>
        <a:lstStyle/>
        <a:p>
          <a:endParaRPr lang="en-US"/>
        </a:p>
      </dgm:t>
    </dgm:pt>
    <dgm:pt modelId="{7306924D-6FFB-3A46-845D-0614BF0B01BD}" type="sibTrans" cxnId="{BC4450AF-1FF0-6844-812F-D1C1F1179CE3}">
      <dgm:prSet/>
      <dgm:spPr/>
      <dgm:t>
        <a:bodyPr/>
        <a:lstStyle/>
        <a:p>
          <a:endParaRPr lang="en-US"/>
        </a:p>
      </dgm:t>
    </dgm:pt>
    <dgm:pt modelId="{7D5195E9-D0B1-C445-90D6-20ABE1367F73}">
      <dgm:prSet phldrT="[Text]"/>
      <dgm:spPr/>
      <dgm:t>
        <a:bodyPr/>
        <a:lstStyle/>
        <a:p>
          <a:r>
            <a:rPr lang="en-US" dirty="0" smtClean="0"/>
            <a:t>Lock Bolt</a:t>
          </a:r>
          <a:endParaRPr lang="en-US" dirty="0"/>
        </a:p>
      </dgm:t>
    </dgm:pt>
    <dgm:pt modelId="{CD2F4AB1-12DD-9143-9BCA-2469D69D1E87}" type="parTrans" cxnId="{2D5C7B0A-1398-B145-B7A3-24E51526B4E0}">
      <dgm:prSet/>
      <dgm:spPr/>
      <dgm:t>
        <a:bodyPr/>
        <a:lstStyle/>
        <a:p>
          <a:endParaRPr lang="en-US"/>
        </a:p>
      </dgm:t>
    </dgm:pt>
    <dgm:pt modelId="{1406C48B-93B3-2741-AFD0-675D6833A424}" type="sibTrans" cxnId="{2D5C7B0A-1398-B145-B7A3-24E51526B4E0}">
      <dgm:prSet/>
      <dgm:spPr/>
      <dgm:t>
        <a:bodyPr/>
        <a:lstStyle/>
        <a:p>
          <a:endParaRPr lang="en-US"/>
        </a:p>
      </dgm:t>
    </dgm:pt>
    <dgm:pt modelId="{EA9FE8D5-8CF5-5245-98D6-4270002E62CD}">
      <dgm:prSet phldrT="[Text]"/>
      <dgm:spPr/>
      <dgm:t>
        <a:bodyPr/>
        <a:lstStyle/>
        <a:p>
          <a:r>
            <a:rPr lang="en-US" dirty="0" smtClean="0"/>
            <a:t>Butterfly Brackets</a:t>
          </a:r>
          <a:endParaRPr lang="en-US" dirty="0"/>
        </a:p>
      </dgm:t>
    </dgm:pt>
    <dgm:pt modelId="{544CD950-27D3-4D4D-B8C3-436EBB9AA165}" type="parTrans" cxnId="{24F1059D-7A87-C542-8FAD-55734310FFC2}">
      <dgm:prSet/>
      <dgm:spPr/>
      <dgm:t>
        <a:bodyPr/>
        <a:lstStyle/>
        <a:p>
          <a:endParaRPr lang="en-US"/>
        </a:p>
      </dgm:t>
    </dgm:pt>
    <dgm:pt modelId="{42068B4B-2FA4-0941-A13B-03E0CA5FDF5A}" type="sibTrans" cxnId="{24F1059D-7A87-C542-8FAD-55734310FFC2}">
      <dgm:prSet/>
      <dgm:spPr/>
      <dgm:t>
        <a:bodyPr/>
        <a:lstStyle/>
        <a:p>
          <a:endParaRPr lang="en-US"/>
        </a:p>
      </dgm:t>
    </dgm:pt>
    <dgm:pt modelId="{FD44462B-3EE1-A74D-9421-198846E64AE4}">
      <dgm:prSet phldrT="[Text]"/>
      <dgm:spPr/>
      <dgm:t>
        <a:bodyPr/>
        <a:lstStyle/>
        <a:p>
          <a:r>
            <a:rPr lang="en-US" dirty="0" smtClean="0"/>
            <a:t>Collar Sleeves</a:t>
          </a:r>
          <a:endParaRPr lang="en-US" dirty="0"/>
        </a:p>
      </dgm:t>
    </dgm:pt>
    <dgm:pt modelId="{2A69C8EB-0672-E940-A2CA-098AE52D831B}" type="parTrans" cxnId="{AA0838B2-0E49-2B43-9BF1-C6D22340F38F}">
      <dgm:prSet/>
      <dgm:spPr/>
      <dgm:t>
        <a:bodyPr/>
        <a:lstStyle/>
        <a:p>
          <a:endParaRPr lang="en-US"/>
        </a:p>
      </dgm:t>
    </dgm:pt>
    <dgm:pt modelId="{76D316A4-D998-1E4E-B218-9F5E53FFE75D}" type="sibTrans" cxnId="{AA0838B2-0E49-2B43-9BF1-C6D22340F38F}">
      <dgm:prSet/>
      <dgm:spPr/>
      <dgm:t>
        <a:bodyPr/>
        <a:lstStyle/>
        <a:p>
          <a:endParaRPr lang="en-US"/>
        </a:p>
      </dgm:t>
    </dgm:pt>
    <dgm:pt modelId="{56A91FF0-EDB3-684C-848C-F53C14E2555A}" type="pres">
      <dgm:prSet presAssocID="{8C5BC37E-B344-3549-A5C4-9C4615D6D4B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B205863-AC97-2541-9958-14AA07611FA6}" type="pres">
      <dgm:prSet presAssocID="{D24A7434-5607-124C-8A6E-51B841AA91DD}" presName="compNode" presStyleCnt="0"/>
      <dgm:spPr/>
    </dgm:pt>
    <dgm:pt modelId="{10E66686-5939-BB40-82FF-3D569E3CF11D}" type="pres">
      <dgm:prSet presAssocID="{D24A7434-5607-124C-8A6E-51B841AA91DD}" presName="pictRect" presStyleLbl="node1" presStyleIdx="0" presStyleCnt="4" custScaleX="130555" custScaleY="131762" custLinFactNeighborX="6716" custLinFactNeighborY="2160"/>
      <dgm:spPr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4BAB81E-17AF-6E4B-A1F7-59090CB80E78}" type="pres">
      <dgm:prSet presAssocID="{D24A7434-5607-124C-8A6E-51B841AA91DD}" presName="textRect" presStyleLbl="revTx" presStyleIdx="0" presStyleCnt="4" custLinFactNeighborX="4157" custLinFactNeighborY="201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DCA111-BB12-1840-A847-E9B2B279803F}" type="pres">
      <dgm:prSet presAssocID="{7306924D-6FFB-3A46-845D-0614BF0B01B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BC7C644-EA1E-544A-9483-114651E29FA2}" type="pres">
      <dgm:prSet presAssocID="{7D5195E9-D0B1-C445-90D6-20ABE1367F73}" presName="compNode" presStyleCnt="0"/>
      <dgm:spPr/>
    </dgm:pt>
    <dgm:pt modelId="{1820C0FB-80D7-4B49-8D8F-5344188F7664}" type="pres">
      <dgm:prSet presAssocID="{7D5195E9-D0B1-C445-90D6-20ABE1367F73}" presName="pictRect" presStyleLbl="node1" presStyleIdx="1" presStyleCnt="4" custScaleX="222617" custScaleY="220627" custLinFactNeighborX="9376" custLinFactNeighborY="9151"/>
      <dgm:spPr>
        <a:blipFill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5439E03F-95AD-6F49-80DA-5DB28049CAF5}" type="pres">
      <dgm:prSet presAssocID="{7D5195E9-D0B1-C445-90D6-20ABE1367F73}" presName="textRect" presStyleLbl="revTx" presStyleIdx="1" presStyleCnt="4" custLinFactNeighborX="31184" custLinFactNeighborY="797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1C5FF-0740-664D-BCBC-9DCF08AA39CE}" type="pres">
      <dgm:prSet presAssocID="{1406C48B-93B3-2741-AFD0-675D6833A42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ADBFF53-89F9-3D46-9A0F-E88EF96412CE}" type="pres">
      <dgm:prSet presAssocID="{EA9FE8D5-8CF5-5245-98D6-4270002E62CD}" presName="compNode" presStyleCnt="0"/>
      <dgm:spPr/>
    </dgm:pt>
    <dgm:pt modelId="{0CA9C93C-A023-A445-BD9D-9FAF170ED521}" type="pres">
      <dgm:prSet presAssocID="{EA9FE8D5-8CF5-5245-98D6-4270002E62CD}" presName="pictRect" presStyleLbl="node1" presStyleIdx="2" presStyleCnt="4" custScaleX="148086" custScaleY="177137" custLinFactNeighborX="-31130" custLinFactNeighborY="-22946"/>
      <dgm:spPr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4FF12124-4035-A446-AB1D-9A6D59F77073}" type="pres">
      <dgm:prSet presAssocID="{EA9FE8D5-8CF5-5245-98D6-4270002E62CD}" presName="textRect" presStyleLbl="revTx" presStyleIdx="2" presStyleCnt="4" custScaleX="157434" custScaleY="53964" custLinFactNeighborX="-92975" custLinFactNeighborY="-32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79B490-BAC6-2346-B3DD-791E5867B29D}" type="pres">
      <dgm:prSet presAssocID="{42068B4B-2FA4-0941-A13B-03E0CA5FDF5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96E511FE-9662-B34D-B7A5-33A3F97CFA6F}" type="pres">
      <dgm:prSet presAssocID="{FD44462B-3EE1-A74D-9421-198846E64AE4}" presName="compNode" presStyleCnt="0"/>
      <dgm:spPr/>
    </dgm:pt>
    <dgm:pt modelId="{EC20D061-20EA-8548-81C1-48DAE94FC583}" type="pres">
      <dgm:prSet presAssocID="{FD44462B-3EE1-A74D-9421-198846E64AE4}" presName="pictRect" presStyleLbl="node1" presStyleIdx="3" presStyleCnt="4" custScaleX="129393" custScaleY="134418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FE7AE8C2-70D4-FB44-993F-DA3ABA3586CF}" type="pres">
      <dgm:prSet presAssocID="{FD44462B-3EE1-A74D-9421-198846E64AE4}" presName="textRect" presStyleLbl="revTx" presStyleIdx="3" presStyleCnt="4" custLinFactNeighborX="4435" custLinFactNeighborY="313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4F1059D-7A87-C542-8FAD-55734310FFC2}" srcId="{8C5BC37E-B344-3549-A5C4-9C4615D6D4BC}" destId="{EA9FE8D5-8CF5-5245-98D6-4270002E62CD}" srcOrd="2" destOrd="0" parTransId="{544CD950-27D3-4D4D-B8C3-436EBB9AA165}" sibTransId="{42068B4B-2FA4-0941-A13B-03E0CA5FDF5A}"/>
    <dgm:cxn modelId="{9FA389DA-4031-9F40-A25F-E361486B5284}" type="presOf" srcId="{1406C48B-93B3-2741-AFD0-675D6833A424}" destId="{2F71C5FF-0740-664D-BCBC-9DCF08AA39CE}" srcOrd="0" destOrd="0" presId="urn:microsoft.com/office/officeart/2005/8/layout/pList1"/>
    <dgm:cxn modelId="{D90DD53C-8B54-264D-8391-1F35FA9EF68A}" type="presOf" srcId="{7D5195E9-D0B1-C445-90D6-20ABE1367F73}" destId="{5439E03F-95AD-6F49-80DA-5DB28049CAF5}" srcOrd="0" destOrd="0" presId="urn:microsoft.com/office/officeart/2005/8/layout/pList1"/>
    <dgm:cxn modelId="{B1EF4D1D-BE3D-8140-8507-E9D9703EBEC8}" type="presOf" srcId="{EA9FE8D5-8CF5-5245-98D6-4270002E62CD}" destId="{4FF12124-4035-A446-AB1D-9A6D59F77073}" srcOrd="0" destOrd="0" presId="urn:microsoft.com/office/officeart/2005/8/layout/pList1"/>
    <dgm:cxn modelId="{2DA5693B-DACD-2D45-B3B6-EB3011C966B1}" type="presOf" srcId="{8C5BC37E-B344-3549-A5C4-9C4615D6D4BC}" destId="{56A91FF0-EDB3-684C-848C-F53C14E2555A}" srcOrd="0" destOrd="0" presId="urn:microsoft.com/office/officeart/2005/8/layout/pList1"/>
    <dgm:cxn modelId="{730F5DFF-E5FA-BB4F-AA47-029F6719836A}" type="presOf" srcId="{FD44462B-3EE1-A74D-9421-198846E64AE4}" destId="{FE7AE8C2-70D4-FB44-993F-DA3ABA3586CF}" srcOrd="0" destOrd="0" presId="urn:microsoft.com/office/officeart/2005/8/layout/pList1"/>
    <dgm:cxn modelId="{BE6A142E-C66B-DA42-B06C-0E055328627C}" type="presOf" srcId="{D24A7434-5607-124C-8A6E-51B841AA91DD}" destId="{24BAB81E-17AF-6E4B-A1F7-59090CB80E78}" srcOrd="0" destOrd="0" presId="urn:microsoft.com/office/officeart/2005/8/layout/pList1"/>
    <dgm:cxn modelId="{AA0838B2-0E49-2B43-9BF1-C6D22340F38F}" srcId="{8C5BC37E-B344-3549-A5C4-9C4615D6D4BC}" destId="{FD44462B-3EE1-A74D-9421-198846E64AE4}" srcOrd="3" destOrd="0" parTransId="{2A69C8EB-0672-E940-A2CA-098AE52D831B}" sibTransId="{76D316A4-D998-1E4E-B218-9F5E53FFE75D}"/>
    <dgm:cxn modelId="{24CD774F-9650-7247-926F-2E0A3983E4B1}" type="presOf" srcId="{42068B4B-2FA4-0941-A13B-03E0CA5FDF5A}" destId="{7379B490-BAC6-2346-B3DD-791E5867B29D}" srcOrd="0" destOrd="0" presId="urn:microsoft.com/office/officeart/2005/8/layout/pList1"/>
    <dgm:cxn modelId="{2D5C7B0A-1398-B145-B7A3-24E51526B4E0}" srcId="{8C5BC37E-B344-3549-A5C4-9C4615D6D4BC}" destId="{7D5195E9-D0B1-C445-90D6-20ABE1367F73}" srcOrd="1" destOrd="0" parTransId="{CD2F4AB1-12DD-9143-9BCA-2469D69D1E87}" sibTransId="{1406C48B-93B3-2741-AFD0-675D6833A424}"/>
    <dgm:cxn modelId="{BC4450AF-1FF0-6844-812F-D1C1F1179CE3}" srcId="{8C5BC37E-B344-3549-A5C4-9C4615D6D4BC}" destId="{D24A7434-5607-124C-8A6E-51B841AA91DD}" srcOrd="0" destOrd="0" parTransId="{165A7EF8-1755-2647-BA75-5D4BD439A578}" sibTransId="{7306924D-6FFB-3A46-845D-0614BF0B01BD}"/>
    <dgm:cxn modelId="{D29CE556-B6D4-F742-B0C0-C1DCF4230FEC}" type="presOf" srcId="{7306924D-6FFB-3A46-845D-0614BF0B01BD}" destId="{AEDCA111-BB12-1840-A847-E9B2B279803F}" srcOrd="0" destOrd="0" presId="urn:microsoft.com/office/officeart/2005/8/layout/pList1"/>
    <dgm:cxn modelId="{DC506C5B-BBD2-FA40-8C1D-A6AB2DFD9F27}" type="presParOf" srcId="{56A91FF0-EDB3-684C-848C-F53C14E2555A}" destId="{3B205863-AC97-2541-9958-14AA07611FA6}" srcOrd="0" destOrd="0" presId="urn:microsoft.com/office/officeart/2005/8/layout/pList1"/>
    <dgm:cxn modelId="{D845BCC7-A236-1744-A650-6039AEA0AFB3}" type="presParOf" srcId="{3B205863-AC97-2541-9958-14AA07611FA6}" destId="{10E66686-5939-BB40-82FF-3D569E3CF11D}" srcOrd="0" destOrd="0" presId="urn:microsoft.com/office/officeart/2005/8/layout/pList1"/>
    <dgm:cxn modelId="{9BDB983C-6A7F-9749-9335-A9B5BAB3E6A6}" type="presParOf" srcId="{3B205863-AC97-2541-9958-14AA07611FA6}" destId="{24BAB81E-17AF-6E4B-A1F7-59090CB80E78}" srcOrd="1" destOrd="0" presId="urn:microsoft.com/office/officeart/2005/8/layout/pList1"/>
    <dgm:cxn modelId="{134F3EEB-D0A8-8745-92BC-2374DB7DCAF4}" type="presParOf" srcId="{56A91FF0-EDB3-684C-848C-F53C14E2555A}" destId="{AEDCA111-BB12-1840-A847-E9B2B279803F}" srcOrd="1" destOrd="0" presId="urn:microsoft.com/office/officeart/2005/8/layout/pList1"/>
    <dgm:cxn modelId="{3C8A4919-0AE6-004E-A46F-79EB69C85076}" type="presParOf" srcId="{56A91FF0-EDB3-684C-848C-F53C14E2555A}" destId="{3BC7C644-EA1E-544A-9483-114651E29FA2}" srcOrd="2" destOrd="0" presId="urn:microsoft.com/office/officeart/2005/8/layout/pList1"/>
    <dgm:cxn modelId="{DA5ACDF6-C334-CF4D-9792-3E05E7629F36}" type="presParOf" srcId="{3BC7C644-EA1E-544A-9483-114651E29FA2}" destId="{1820C0FB-80D7-4B49-8D8F-5344188F7664}" srcOrd="0" destOrd="0" presId="urn:microsoft.com/office/officeart/2005/8/layout/pList1"/>
    <dgm:cxn modelId="{BD28D8E0-BB53-3B46-A794-AC70EF85892C}" type="presParOf" srcId="{3BC7C644-EA1E-544A-9483-114651E29FA2}" destId="{5439E03F-95AD-6F49-80DA-5DB28049CAF5}" srcOrd="1" destOrd="0" presId="urn:microsoft.com/office/officeart/2005/8/layout/pList1"/>
    <dgm:cxn modelId="{4123BB9F-B3F5-0B44-A5B1-60D21DF913A0}" type="presParOf" srcId="{56A91FF0-EDB3-684C-848C-F53C14E2555A}" destId="{2F71C5FF-0740-664D-BCBC-9DCF08AA39CE}" srcOrd="3" destOrd="0" presId="urn:microsoft.com/office/officeart/2005/8/layout/pList1"/>
    <dgm:cxn modelId="{72F9EC81-2A8D-D04E-B6F8-53723483C16E}" type="presParOf" srcId="{56A91FF0-EDB3-684C-848C-F53C14E2555A}" destId="{1ADBFF53-89F9-3D46-9A0F-E88EF96412CE}" srcOrd="4" destOrd="0" presId="urn:microsoft.com/office/officeart/2005/8/layout/pList1"/>
    <dgm:cxn modelId="{C8283B85-DE13-2E49-9C26-8E8DFD84ED87}" type="presParOf" srcId="{1ADBFF53-89F9-3D46-9A0F-E88EF96412CE}" destId="{0CA9C93C-A023-A445-BD9D-9FAF170ED521}" srcOrd="0" destOrd="0" presId="urn:microsoft.com/office/officeart/2005/8/layout/pList1"/>
    <dgm:cxn modelId="{96F33A06-6AF5-4F4C-9D27-311D2695DBDF}" type="presParOf" srcId="{1ADBFF53-89F9-3D46-9A0F-E88EF96412CE}" destId="{4FF12124-4035-A446-AB1D-9A6D59F77073}" srcOrd="1" destOrd="0" presId="urn:microsoft.com/office/officeart/2005/8/layout/pList1"/>
    <dgm:cxn modelId="{9C49B1EB-864C-A044-96FC-7EE9ABEE4B47}" type="presParOf" srcId="{56A91FF0-EDB3-684C-848C-F53C14E2555A}" destId="{7379B490-BAC6-2346-B3DD-791E5867B29D}" srcOrd="5" destOrd="0" presId="urn:microsoft.com/office/officeart/2005/8/layout/pList1"/>
    <dgm:cxn modelId="{A038FDAA-D3F1-1A41-9AF0-D0441B0C117C}" type="presParOf" srcId="{56A91FF0-EDB3-684C-848C-F53C14E2555A}" destId="{96E511FE-9662-B34D-B7A5-33A3F97CFA6F}" srcOrd="6" destOrd="0" presId="urn:microsoft.com/office/officeart/2005/8/layout/pList1"/>
    <dgm:cxn modelId="{695E0E91-FE80-1B4B-8DCC-0D1BBA2A788E}" type="presParOf" srcId="{96E511FE-9662-B34D-B7A5-33A3F97CFA6F}" destId="{EC20D061-20EA-8548-81C1-48DAE94FC583}" srcOrd="0" destOrd="0" presId="urn:microsoft.com/office/officeart/2005/8/layout/pList1"/>
    <dgm:cxn modelId="{E49416FC-E9D0-F24B-A084-1C20EF209354}" type="presParOf" srcId="{96E511FE-9662-B34D-B7A5-33A3F97CFA6F}" destId="{FE7AE8C2-70D4-FB44-993F-DA3ABA3586CF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C5BC37E-B344-3549-A5C4-9C4615D6D4BC}" type="doc">
      <dgm:prSet loTypeId="urn:microsoft.com/office/officeart/2005/8/layout/p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4A7434-5607-124C-8A6E-51B841AA91DD}">
      <dgm:prSet phldrT="[Text]"/>
      <dgm:spPr/>
      <dgm:t>
        <a:bodyPr/>
        <a:lstStyle/>
        <a:p>
          <a:endParaRPr lang="en-US" dirty="0"/>
        </a:p>
      </dgm:t>
    </dgm:pt>
    <dgm:pt modelId="{165A7EF8-1755-2647-BA75-5D4BD439A578}" type="parTrans" cxnId="{BC4450AF-1FF0-6844-812F-D1C1F1179CE3}">
      <dgm:prSet/>
      <dgm:spPr/>
      <dgm:t>
        <a:bodyPr/>
        <a:lstStyle/>
        <a:p>
          <a:endParaRPr lang="en-US"/>
        </a:p>
      </dgm:t>
    </dgm:pt>
    <dgm:pt modelId="{7306924D-6FFB-3A46-845D-0614BF0B01BD}" type="sibTrans" cxnId="{BC4450AF-1FF0-6844-812F-D1C1F1179CE3}">
      <dgm:prSet/>
      <dgm:spPr/>
      <dgm:t>
        <a:bodyPr/>
        <a:lstStyle/>
        <a:p>
          <a:endParaRPr lang="en-US"/>
        </a:p>
      </dgm:t>
    </dgm:pt>
    <dgm:pt modelId="{EA9FE8D5-8CF5-5245-98D6-4270002E62CD}">
      <dgm:prSet phldrT="[Text]"/>
      <dgm:spPr/>
      <dgm:t>
        <a:bodyPr/>
        <a:lstStyle/>
        <a:p>
          <a:r>
            <a:rPr lang="en-US" dirty="0" smtClean="0"/>
            <a:t>Hanger</a:t>
          </a:r>
          <a:r>
            <a:rPr lang="en-US" baseline="0" dirty="0" smtClean="0"/>
            <a:t> Rods</a:t>
          </a:r>
          <a:endParaRPr lang="en-US" dirty="0"/>
        </a:p>
      </dgm:t>
    </dgm:pt>
    <dgm:pt modelId="{544CD950-27D3-4D4D-B8C3-436EBB9AA165}" type="parTrans" cxnId="{24F1059D-7A87-C542-8FAD-55734310FFC2}">
      <dgm:prSet/>
      <dgm:spPr/>
      <dgm:t>
        <a:bodyPr/>
        <a:lstStyle/>
        <a:p>
          <a:endParaRPr lang="en-US"/>
        </a:p>
      </dgm:t>
    </dgm:pt>
    <dgm:pt modelId="{42068B4B-2FA4-0941-A13B-03E0CA5FDF5A}" type="sibTrans" cxnId="{24F1059D-7A87-C542-8FAD-55734310FFC2}">
      <dgm:prSet/>
      <dgm:spPr/>
      <dgm:t>
        <a:bodyPr/>
        <a:lstStyle/>
        <a:p>
          <a:endParaRPr lang="en-US"/>
        </a:p>
      </dgm:t>
    </dgm:pt>
    <dgm:pt modelId="{7D5195E9-D0B1-C445-90D6-20ABE1367F73}">
      <dgm:prSet phldrT="[Text]"/>
      <dgm:spPr/>
      <dgm:t>
        <a:bodyPr/>
        <a:lstStyle/>
        <a:p>
          <a:endParaRPr lang="en-US" dirty="0"/>
        </a:p>
      </dgm:t>
    </dgm:pt>
    <dgm:pt modelId="{1406C48B-93B3-2741-AFD0-675D6833A424}" type="sibTrans" cxnId="{2D5C7B0A-1398-B145-B7A3-24E51526B4E0}">
      <dgm:prSet/>
      <dgm:spPr/>
      <dgm:t>
        <a:bodyPr/>
        <a:lstStyle/>
        <a:p>
          <a:endParaRPr lang="en-US"/>
        </a:p>
      </dgm:t>
    </dgm:pt>
    <dgm:pt modelId="{CD2F4AB1-12DD-9143-9BCA-2469D69D1E87}" type="parTrans" cxnId="{2D5C7B0A-1398-B145-B7A3-24E51526B4E0}">
      <dgm:prSet/>
      <dgm:spPr/>
      <dgm:t>
        <a:bodyPr/>
        <a:lstStyle/>
        <a:p>
          <a:endParaRPr lang="en-US"/>
        </a:p>
      </dgm:t>
    </dgm:pt>
    <dgm:pt modelId="{56A91FF0-EDB3-684C-848C-F53C14E2555A}" type="pres">
      <dgm:prSet presAssocID="{8C5BC37E-B344-3549-A5C4-9C4615D6D4B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B205863-AC97-2541-9958-14AA07611FA6}" type="pres">
      <dgm:prSet presAssocID="{D24A7434-5607-124C-8A6E-51B841AA91DD}" presName="compNode" presStyleCnt="0"/>
      <dgm:spPr/>
    </dgm:pt>
    <dgm:pt modelId="{10E66686-5939-BB40-82FF-3D569E3CF11D}" type="pres">
      <dgm:prSet presAssocID="{D24A7434-5607-124C-8A6E-51B841AA91DD}" presName="pictRect" presStyleLbl="node1" presStyleIdx="0" presStyleCnt="3" custScaleX="130555" custScaleY="131762" custLinFactNeighborX="-2230" custLinFactNeighborY="25725"/>
      <dgm:spPr>
        <a:blipFill dpi="0"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4BAB81E-17AF-6E4B-A1F7-59090CB80E78}" type="pres">
      <dgm:prSet presAssocID="{D24A7434-5607-124C-8A6E-51B841AA91DD}" presName="textRect" presStyleLbl="revTx" presStyleIdx="0" presStyleCnt="3" custLinFactNeighborX="4157" custLinFactNeighborY="201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DCA111-BB12-1840-A847-E9B2B279803F}" type="pres">
      <dgm:prSet presAssocID="{7306924D-6FFB-3A46-845D-0614BF0B01B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BC7C644-EA1E-544A-9483-114651E29FA2}" type="pres">
      <dgm:prSet presAssocID="{7D5195E9-D0B1-C445-90D6-20ABE1367F73}" presName="compNode" presStyleCnt="0"/>
      <dgm:spPr/>
    </dgm:pt>
    <dgm:pt modelId="{1820C0FB-80D7-4B49-8D8F-5344188F7664}" type="pres">
      <dgm:prSet presAssocID="{7D5195E9-D0B1-C445-90D6-20ABE1367F73}" presName="pictRect" presStyleLbl="node1" presStyleIdx="1" presStyleCnt="3" custScaleX="222617" custScaleY="220627" custLinFactNeighborX="9376" custLinFactNeighborY="9151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12"/>
          </a:stretch>
        </a:blipFill>
      </dgm:spPr>
      <dgm:t>
        <a:bodyPr/>
        <a:lstStyle/>
        <a:p>
          <a:endParaRPr lang="en-US"/>
        </a:p>
      </dgm:t>
    </dgm:pt>
    <dgm:pt modelId="{5439E03F-95AD-6F49-80DA-5DB28049CAF5}" type="pres">
      <dgm:prSet presAssocID="{7D5195E9-D0B1-C445-90D6-20ABE1367F73}" presName="textRect" presStyleLbl="revTx" presStyleIdx="1" presStyleCnt="3" custLinFactNeighborX="31184" custLinFactNeighborY="797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1C5FF-0740-664D-BCBC-9DCF08AA39CE}" type="pres">
      <dgm:prSet presAssocID="{1406C48B-93B3-2741-AFD0-675D6833A42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ADBFF53-89F9-3D46-9A0F-E88EF96412CE}" type="pres">
      <dgm:prSet presAssocID="{EA9FE8D5-8CF5-5245-98D6-4270002E62CD}" presName="compNode" presStyleCnt="0"/>
      <dgm:spPr/>
    </dgm:pt>
    <dgm:pt modelId="{0CA9C93C-A023-A445-BD9D-9FAF170ED521}" type="pres">
      <dgm:prSet presAssocID="{EA9FE8D5-8CF5-5245-98D6-4270002E62CD}" presName="pictRect" presStyleLbl="node1" presStyleIdx="2" presStyleCnt="3" custScaleX="148086" custScaleY="177137" custLinFactX="-23915" custLinFactNeighborX="-100000" custLinFactNeighborY="-4396"/>
      <dgm:spPr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4FF12124-4035-A446-AB1D-9A6D59F77073}" type="pres">
      <dgm:prSet presAssocID="{EA9FE8D5-8CF5-5245-98D6-4270002E62CD}" presName="textRect" presStyleLbl="revTx" presStyleIdx="2" presStyleCnt="3" custScaleX="224293" custScaleY="226040" custLinFactY="-45317" custLinFactNeighborX="80332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4F1059D-7A87-C542-8FAD-55734310FFC2}" srcId="{8C5BC37E-B344-3549-A5C4-9C4615D6D4BC}" destId="{EA9FE8D5-8CF5-5245-98D6-4270002E62CD}" srcOrd="2" destOrd="0" parTransId="{544CD950-27D3-4D4D-B8C3-436EBB9AA165}" sibTransId="{42068B4B-2FA4-0941-A13B-03E0CA5FDF5A}"/>
    <dgm:cxn modelId="{6D945EFF-C043-FF48-8C8C-F4DDC8710968}" type="presOf" srcId="{7306924D-6FFB-3A46-845D-0614BF0B01BD}" destId="{AEDCA111-BB12-1840-A847-E9B2B279803F}" srcOrd="0" destOrd="0" presId="urn:microsoft.com/office/officeart/2005/8/layout/pList1"/>
    <dgm:cxn modelId="{DBF09439-A57D-DF48-A31E-620A929961D6}" type="presOf" srcId="{7D5195E9-D0B1-C445-90D6-20ABE1367F73}" destId="{5439E03F-95AD-6F49-80DA-5DB28049CAF5}" srcOrd="0" destOrd="0" presId="urn:microsoft.com/office/officeart/2005/8/layout/pList1"/>
    <dgm:cxn modelId="{6B1816A6-FB5B-8D43-A909-B29EF59939E3}" type="presOf" srcId="{1406C48B-93B3-2741-AFD0-675D6833A424}" destId="{2F71C5FF-0740-664D-BCBC-9DCF08AA39CE}" srcOrd="0" destOrd="0" presId="urn:microsoft.com/office/officeart/2005/8/layout/pList1"/>
    <dgm:cxn modelId="{EB472E59-A917-5441-9A5E-53A11D2EAF86}" type="presOf" srcId="{EA9FE8D5-8CF5-5245-98D6-4270002E62CD}" destId="{4FF12124-4035-A446-AB1D-9A6D59F77073}" srcOrd="0" destOrd="0" presId="urn:microsoft.com/office/officeart/2005/8/layout/pList1"/>
    <dgm:cxn modelId="{2D5C7B0A-1398-B145-B7A3-24E51526B4E0}" srcId="{8C5BC37E-B344-3549-A5C4-9C4615D6D4BC}" destId="{7D5195E9-D0B1-C445-90D6-20ABE1367F73}" srcOrd="1" destOrd="0" parTransId="{CD2F4AB1-12DD-9143-9BCA-2469D69D1E87}" sibTransId="{1406C48B-93B3-2741-AFD0-675D6833A424}"/>
    <dgm:cxn modelId="{C4176433-6190-1B4D-9AF0-850BBA938457}" type="presOf" srcId="{8C5BC37E-B344-3549-A5C4-9C4615D6D4BC}" destId="{56A91FF0-EDB3-684C-848C-F53C14E2555A}" srcOrd="0" destOrd="0" presId="urn:microsoft.com/office/officeart/2005/8/layout/pList1"/>
    <dgm:cxn modelId="{BC4450AF-1FF0-6844-812F-D1C1F1179CE3}" srcId="{8C5BC37E-B344-3549-A5C4-9C4615D6D4BC}" destId="{D24A7434-5607-124C-8A6E-51B841AA91DD}" srcOrd="0" destOrd="0" parTransId="{165A7EF8-1755-2647-BA75-5D4BD439A578}" sibTransId="{7306924D-6FFB-3A46-845D-0614BF0B01BD}"/>
    <dgm:cxn modelId="{42AB4151-E1BB-4744-8770-44D072C5B72D}" type="presOf" srcId="{D24A7434-5607-124C-8A6E-51B841AA91DD}" destId="{24BAB81E-17AF-6E4B-A1F7-59090CB80E78}" srcOrd="0" destOrd="0" presId="urn:microsoft.com/office/officeart/2005/8/layout/pList1"/>
    <dgm:cxn modelId="{F5A2B2A5-364E-AB47-8795-E3C7C8C509C3}" type="presParOf" srcId="{56A91FF0-EDB3-684C-848C-F53C14E2555A}" destId="{3B205863-AC97-2541-9958-14AA07611FA6}" srcOrd="0" destOrd="0" presId="urn:microsoft.com/office/officeart/2005/8/layout/pList1"/>
    <dgm:cxn modelId="{BDA275D8-963B-1648-ABA8-068A275E9D56}" type="presParOf" srcId="{3B205863-AC97-2541-9958-14AA07611FA6}" destId="{10E66686-5939-BB40-82FF-3D569E3CF11D}" srcOrd="0" destOrd="0" presId="urn:microsoft.com/office/officeart/2005/8/layout/pList1"/>
    <dgm:cxn modelId="{2FBE03A6-3306-0D41-9B35-B924FFF3A0A9}" type="presParOf" srcId="{3B205863-AC97-2541-9958-14AA07611FA6}" destId="{24BAB81E-17AF-6E4B-A1F7-59090CB80E78}" srcOrd="1" destOrd="0" presId="urn:microsoft.com/office/officeart/2005/8/layout/pList1"/>
    <dgm:cxn modelId="{3830ED3E-25E6-1E4F-92FB-AD8E588C0B93}" type="presParOf" srcId="{56A91FF0-EDB3-684C-848C-F53C14E2555A}" destId="{AEDCA111-BB12-1840-A847-E9B2B279803F}" srcOrd="1" destOrd="0" presId="urn:microsoft.com/office/officeart/2005/8/layout/pList1"/>
    <dgm:cxn modelId="{0F285B3C-E38F-D646-B9EF-9430671BDF9A}" type="presParOf" srcId="{56A91FF0-EDB3-684C-848C-F53C14E2555A}" destId="{3BC7C644-EA1E-544A-9483-114651E29FA2}" srcOrd="2" destOrd="0" presId="urn:microsoft.com/office/officeart/2005/8/layout/pList1"/>
    <dgm:cxn modelId="{FCABBE75-9246-5242-9142-1A316A4A3529}" type="presParOf" srcId="{3BC7C644-EA1E-544A-9483-114651E29FA2}" destId="{1820C0FB-80D7-4B49-8D8F-5344188F7664}" srcOrd="0" destOrd="0" presId="urn:microsoft.com/office/officeart/2005/8/layout/pList1"/>
    <dgm:cxn modelId="{663EDB8B-3AF5-354F-A63C-B156224FAA13}" type="presParOf" srcId="{3BC7C644-EA1E-544A-9483-114651E29FA2}" destId="{5439E03F-95AD-6F49-80DA-5DB28049CAF5}" srcOrd="1" destOrd="0" presId="urn:microsoft.com/office/officeart/2005/8/layout/pList1"/>
    <dgm:cxn modelId="{6D4A6826-A093-4344-B59A-10CDFC3E5F1E}" type="presParOf" srcId="{56A91FF0-EDB3-684C-848C-F53C14E2555A}" destId="{2F71C5FF-0740-664D-BCBC-9DCF08AA39CE}" srcOrd="3" destOrd="0" presId="urn:microsoft.com/office/officeart/2005/8/layout/pList1"/>
    <dgm:cxn modelId="{B76A5227-03A4-3745-B6AC-CBBA27AC06FC}" type="presParOf" srcId="{56A91FF0-EDB3-684C-848C-F53C14E2555A}" destId="{1ADBFF53-89F9-3D46-9A0F-E88EF96412CE}" srcOrd="4" destOrd="0" presId="urn:microsoft.com/office/officeart/2005/8/layout/pList1"/>
    <dgm:cxn modelId="{7B5B48A6-AA27-514D-ADA9-A4A66D0F5338}" type="presParOf" srcId="{1ADBFF53-89F9-3D46-9A0F-E88EF96412CE}" destId="{0CA9C93C-A023-A445-BD9D-9FAF170ED521}" srcOrd="0" destOrd="0" presId="urn:microsoft.com/office/officeart/2005/8/layout/pList1"/>
    <dgm:cxn modelId="{0E1AC19C-C8C8-FF4C-A3E0-4A8E8D66618D}" type="presParOf" srcId="{1ADBFF53-89F9-3D46-9A0F-E88EF96412CE}" destId="{4FF12124-4035-A446-AB1D-9A6D59F77073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0CEA959-2645-DC44-8418-687703F4CD69}" type="doc">
      <dgm:prSet loTypeId="urn:microsoft.com/office/officeart/2005/8/layout/pLis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EE38D7-CE7B-A349-8C29-0F915D100CED}">
      <dgm:prSet phldrT="[Text]"/>
      <dgm:spPr/>
      <dgm:t>
        <a:bodyPr/>
        <a:lstStyle/>
        <a:p>
          <a:r>
            <a:rPr lang="en-US" dirty="0" smtClean="0"/>
            <a:t>Flat Washers</a:t>
          </a:r>
          <a:endParaRPr lang="en-US" dirty="0"/>
        </a:p>
      </dgm:t>
    </dgm:pt>
    <dgm:pt modelId="{F906E457-50CA-7B42-9227-85B5B1AE8C4D}" type="parTrans" cxnId="{CA601360-9042-BE43-83C2-FBA66FE3FC0C}">
      <dgm:prSet/>
      <dgm:spPr/>
      <dgm:t>
        <a:bodyPr/>
        <a:lstStyle/>
        <a:p>
          <a:endParaRPr lang="en-US"/>
        </a:p>
      </dgm:t>
    </dgm:pt>
    <dgm:pt modelId="{A5857F1C-E76B-9042-9220-58B666C562DD}" type="sibTrans" cxnId="{CA601360-9042-BE43-83C2-FBA66FE3FC0C}">
      <dgm:prSet/>
      <dgm:spPr/>
      <dgm:t>
        <a:bodyPr/>
        <a:lstStyle/>
        <a:p>
          <a:endParaRPr lang="en-US"/>
        </a:p>
      </dgm:t>
    </dgm:pt>
    <dgm:pt modelId="{55AC1B4C-F217-674A-961D-8F34F69C933F}">
      <dgm:prSet phldrT="[Text]"/>
      <dgm:spPr/>
      <dgm:t>
        <a:bodyPr/>
        <a:lstStyle/>
        <a:p>
          <a:r>
            <a:rPr lang="en-US" dirty="0" smtClean="0"/>
            <a:t>Spring Washers</a:t>
          </a:r>
          <a:endParaRPr lang="en-US" dirty="0"/>
        </a:p>
      </dgm:t>
    </dgm:pt>
    <dgm:pt modelId="{03348DE4-0779-3247-B22C-6517C058D5A6}" type="parTrans" cxnId="{17932B3C-161A-0940-84C6-423E24B2488A}">
      <dgm:prSet/>
      <dgm:spPr/>
      <dgm:t>
        <a:bodyPr/>
        <a:lstStyle/>
        <a:p>
          <a:endParaRPr lang="en-US"/>
        </a:p>
      </dgm:t>
    </dgm:pt>
    <dgm:pt modelId="{5180E189-B370-CD4F-92F7-F66458B2C306}" type="sibTrans" cxnId="{17932B3C-161A-0940-84C6-423E24B2488A}">
      <dgm:prSet/>
      <dgm:spPr/>
      <dgm:t>
        <a:bodyPr/>
        <a:lstStyle/>
        <a:p>
          <a:endParaRPr lang="en-US"/>
        </a:p>
      </dgm:t>
    </dgm:pt>
    <dgm:pt modelId="{9D188D46-9175-E342-808D-565281566988}">
      <dgm:prSet phldrT="[Text]"/>
      <dgm:spPr/>
      <dgm:t>
        <a:bodyPr/>
        <a:lstStyle/>
        <a:p>
          <a:r>
            <a:rPr lang="en-US" dirty="0" smtClean="0"/>
            <a:t>Camber Cam Washers</a:t>
          </a:r>
          <a:endParaRPr lang="en-US" dirty="0"/>
        </a:p>
      </dgm:t>
    </dgm:pt>
    <dgm:pt modelId="{C465BEAF-394A-2441-A9B9-ED557D9DF10A}" type="parTrans" cxnId="{04D457F5-59F4-484E-ABE0-BCA913A5AF9E}">
      <dgm:prSet/>
      <dgm:spPr/>
      <dgm:t>
        <a:bodyPr/>
        <a:lstStyle/>
        <a:p>
          <a:endParaRPr lang="en-US"/>
        </a:p>
      </dgm:t>
    </dgm:pt>
    <dgm:pt modelId="{5CB60AFA-67F6-964F-93B7-6260502B6F13}" type="sibTrans" cxnId="{04D457F5-59F4-484E-ABE0-BCA913A5AF9E}">
      <dgm:prSet/>
      <dgm:spPr/>
      <dgm:t>
        <a:bodyPr/>
        <a:lstStyle/>
        <a:p>
          <a:endParaRPr lang="en-US"/>
        </a:p>
      </dgm:t>
    </dgm:pt>
    <dgm:pt modelId="{F8A678AB-4DC3-0E43-AAD9-8CD9DF2BD70A}">
      <dgm:prSet phldrT="[Text]"/>
      <dgm:spPr/>
      <dgm:t>
        <a:bodyPr/>
        <a:lstStyle/>
        <a:p>
          <a:r>
            <a:rPr lang="en-US" dirty="0" smtClean="0"/>
            <a:t>Conical Washers</a:t>
          </a:r>
          <a:endParaRPr lang="en-US" dirty="0"/>
        </a:p>
      </dgm:t>
    </dgm:pt>
    <dgm:pt modelId="{679890A5-CE9E-F84A-95EA-0A8A08C63A22}" type="parTrans" cxnId="{9D80BEBC-11F9-C44F-BA3C-06EE6BCAFC3C}">
      <dgm:prSet/>
      <dgm:spPr/>
      <dgm:t>
        <a:bodyPr/>
        <a:lstStyle/>
        <a:p>
          <a:endParaRPr lang="en-US"/>
        </a:p>
      </dgm:t>
    </dgm:pt>
    <dgm:pt modelId="{FE3BABBC-0CFC-D246-B1C9-6A8ADF0A1D74}" type="sibTrans" cxnId="{9D80BEBC-11F9-C44F-BA3C-06EE6BCAFC3C}">
      <dgm:prSet/>
      <dgm:spPr/>
      <dgm:t>
        <a:bodyPr/>
        <a:lstStyle/>
        <a:p>
          <a:endParaRPr lang="en-US"/>
        </a:p>
      </dgm:t>
    </dgm:pt>
    <dgm:pt modelId="{AA9E48B0-130F-C34E-8B0B-72B05C9172BE}" type="pres">
      <dgm:prSet presAssocID="{90CEA959-2645-DC44-8418-687703F4CD6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2E14EFC-6CAB-A84F-8CFB-58BBF0F76A09}" type="pres">
      <dgm:prSet presAssocID="{BEEE38D7-CE7B-A349-8C29-0F915D100CED}" presName="compNode" presStyleCnt="0"/>
      <dgm:spPr/>
    </dgm:pt>
    <dgm:pt modelId="{7F2B15C5-76BA-9845-833D-907631A0CC26}" type="pres">
      <dgm:prSet presAssocID="{BEEE38D7-CE7B-A349-8C29-0F915D100CED}" presName="pictRect" presStyleLbl="node1" presStyleIdx="0" presStyleCnt="4" custScaleX="101570" custScaleY="129204"/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06F02DF4-EBE5-6D44-8204-564B415BF97F}" type="pres">
      <dgm:prSet presAssocID="{BEEE38D7-CE7B-A349-8C29-0F915D100CED}" presName="textRect" presStyleLbl="revTx" presStyleIdx="0" presStyleCnt="4" custLinFactNeighborX="-100" custLinFactNeighborY="94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5BCBF0-1EA6-9E47-B028-DD0DA997B864}" type="pres">
      <dgm:prSet presAssocID="{A5857F1C-E76B-9042-9220-58B666C562D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A1722A5-391A-B149-B052-15B1F11199DF}" type="pres">
      <dgm:prSet presAssocID="{55AC1B4C-F217-674A-961D-8F34F69C933F}" presName="compNode" presStyleCnt="0"/>
      <dgm:spPr/>
    </dgm:pt>
    <dgm:pt modelId="{33578065-36AA-204B-ADC8-A2EF1BE5F9C6}" type="pres">
      <dgm:prSet presAssocID="{55AC1B4C-F217-674A-961D-8F34F69C933F}" presName="pictRect" presStyleLbl="node1" presStyleIdx="1" presStyleCnt="4" custScaleX="102462" custScaleY="124922"/>
      <dgm:spPr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4AC2D46-D0EA-D945-B05C-7A8878E818A8}" type="pres">
      <dgm:prSet presAssocID="{55AC1B4C-F217-674A-961D-8F34F69C933F}" presName="textRec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818B81-CEB3-0B4E-9306-E093FED1C728}" type="pres">
      <dgm:prSet presAssocID="{5180E189-B370-CD4F-92F7-F66458B2C30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4E0BB29-965E-4A49-8DD9-625A526F28C7}" type="pres">
      <dgm:prSet presAssocID="{9D188D46-9175-E342-808D-565281566988}" presName="compNode" presStyleCnt="0"/>
      <dgm:spPr/>
    </dgm:pt>
    <dgm:pt modelId="{265E6383-2779-BD4E-866D-01217EA25227}" type="pres">
      <dgm:prSet presAssocID="{9D188D46-9175-E342-808D-565281566988}" presName="pictRect" presStyleLbl="node1" presStyleIdx="2" presStyleCnt="4" custScaleX="99598" custScaleY="124922"/>
      <dgm:spPr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9439145-D3A0-B741-BAC5-DD72DF8F0170}" type="pres">
      <dgm:prSet presAssocID="{9D188D46-9175-E342-808D-565281566988}" presName="textRec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D93BFE-733F-6C45-B47A-2F7844774E98}" type="pres">
      <dgm:prSet presAssocID="{5CB60AFA-67F6-964F-93B7-6260502B6F1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2457A75-3E38-3648-8F7B-72CB1CDF754C}" type="pres">
      <dgm:prSet presAssocID="{F8A678AB-4DC3-0E43-AAD9-8CD9DF2BD70A}" presName="compNode" presStyleCnt="0"/>
      <dgm:spPr/>
    </dgm:pt>
    <dgm:pt modelId="{AEA15E6E-5514-FB47-A425-F6E8664B0F7C}" type="pres">
      <dgm:prSet presAssocID="{F8A678AB-4DC3-0E43-AAD9-8CD9DF2BD70A}" presName="pictRect" presStyleLbl="node1" presStyleIdx="3" presStyleCnt="4"/>
      <dgm:spPr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07B704A9-784E-9948-8D3A-E43F2BDAFB33}" type="pres">
      <dgm:prSet presAssocID="{F8A678AB-4DC3-0E43-AAD9-8CD9DF2BD70A}" presName="textRec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2855BB1-34F2-FD4A-B561-590698A7783C}" type="presOf" srcId="{90CEA959-2645-DC44-8418-687703F4CD69}" destId="{AA9E48B0-130F-C34E-8B0B-72B05C9172BE}" srcOrd="0" destOrd="0" presId="urn:microsoft.com/office/officeart/2005/8/layout/pList1"/>
    <dgm:cxn modelId="{194A24EB-DFD4-4742-B3C5-AA01B0629673}" type="presOf" srcId="{5CB60AFA-67F6-964F-93B7-6260502B6F13}" destId="{FED93BFE-733F-6C45-B47A-2F7844774E98}" srcOrd="0" destOrd="0" presId="urn:microsoft.com/office/officeart/2005/8/layout/pList1"/>
    <dgm:cxn modelId="{9308AAA0-A6AF-964D-B36B-9C675C9C7925}" type="presOf" srcId="{9D188D46-9175-E342-808D-565281566988}" destId="{69439145-D3A0-B741-BAC5-DD72DF8F0170}" srcOrd="0" destOrd="0" presId="urn:microsoft.com/office/officeart/2005/8/layout/pList1"/>
    <dgm:cxn modelId="{9D80BEBC-11F9-C44F-BA3C-06EE6BCAFC3C}" srcId="{90CEA959-2645-DC44-8418-687703F4CD69}" destId="{F8A678AB-4DC3-0E43-AAD9-8CD9DF2BD70A}" srcOrd="3" destOrd="0" parTransId="{679890A5-CE9E-F84A-95EA-0A8A08C63A22}" sibTransId="{FE3BABBC-0CFC-D246-B1C9-6A8ADF0A1D74}"/>
    <dgm:cxn modelId="{79FFA9A9-99EB-EF43-BE85-EF1E233CDAC9}" type="presOf" srcId="{A5857F1C-E76B-9042-9220-58B666C562DD}" destId="{785BCBF0-1EA6-9E47-B028-DD0DA997B864}" srcOrd="0" destOrd="0" presId="urn:microsoft.com/office/officeart/2005/8/layout/pList1"/>
    <dgm:cxn modelId="{81AEC68F-89B4-B642-A423-DC4EF9F3049E}" type="presOf" srcId="{F8A678AB-4DC3-0E43-AAD9-8CD9DF2BD70A}" destId="{07B704A9-784E-9948-8D3A-E43F2BDAFB33}" srcOrd="0" destOrd="0" presId="urn:microsoft.com/office/officeart/2005/8/layout/pList1"/>
    <dgm:cxn modelId="{B8C92570-918C-2141-8C57-68BB325F499B}" type="presOf" srcId="{5180E189-B370-CD4F-92F7-F66458B2C306}" destId="{67818B81-CEB3-0B4E-9306-E093FED1C728}" srcOrd="0" destOrd="0" presId="urn:microsoft.com/office/officeart/2005/8/layout/pList1"/>
    <dgm:cxn modelId="{1156CB04-8C65-A24C-852E-60CE14E4ADA4}" type="presOf" srcId="{BEEE38D7-CE7B-A349-8C29-0F915D100CED}" destId="{06F02DF4-EBE5-6D44-8204-564B415BF97F}" srcOrd="0" destOrd="0" presId="urn:microsoft.com/office/officeart/2005/8/layout/pList1"/>
    <dgm:cxn modelId="{04D457F5-59F4-484E-ABE0-BCA913A5AF9E}" srcId="{90CEA959-2645-DC44-8418-687703F4CD69}" destId="{9D188D46-9175-E342-808D-565281566988}" srcOrd="2" destOrd="0" parTransId="{C465BEAF-394A-2441-A9B9-ED557D9DF10A}" sibTransId="{5CB60AFA-67F6-964F-93B7-6260502B6F13}"/>
    <dgm:cxn modelId="{CA601360-9042-BE43-83C2-FBA66FE3FC0C}" srcId="{90CEA959-2645-DC44-8418-687703F4CD69}" destId="{BEEE38D7-CE7B-A349-8C29-0F915D100CED}" srcOrd="0" destOrd="0" parTransId="{F906E457-50CA-7B42-9227-85B5B1AE8C4D}" sibTransId="{A5857F1C-E76B-9042-9220-58B666C562DD}"/>
    <dgm:cxn modelId="{17932B3C-161A-0940-84C6-423E24B2488A}" srcId="{90CEA959-2645-DC44-8418-687703F4CD69}" destId="{55AC1B4C-F217-674A-961D-8F34F69C933F}" srcOrd="1" destOrd="0" parTransId="{03348DE4-0779-3247-B22C-6517C058D5A6}" sibTransId="{5180E189-B370-CD4F-92F7-F66458B2C306}"/>
    <dgm:cxn modelId="{F027A543-A8FB-EB48-BCB7-23D536333273}" type="presOf" srcId="{55AC1B4C-F217-674A-961D-8F34F69C933F}" destId="{C4AC2D46-D0EA-D945-B05C-7A8878E818A8}" srcOrd="0" destOrd="0" presId="urn:microsoft.com/office/officeart/2005/8/layout/pList1"/>
    <dgm:cxn modelId="{51481BBB-0779-BD44-8818-290A209FEA02}" type="presParOf" srcId="{AA9E48B0-130F-C34E-8B0B-72B05C9172BE}" destId="{22E14EFC-6CAB-A84F-8CFB-58BBF0F76A09}" srcOrd="0" destOrd="0" presId="urn:microsoft.com/office/officeart/2005/8/layout/pList1"/>
    <dgm:cxn modelId="{33060E64-0D5F-0C47-8C6A-755A514DEF8B}" type="presParOf" srcId="{22E14EFC-6CAB-A84F-8CFB-58BBF0F76A09}" destId="{7F2B15C5-76BA-9845-833D-907631A0CC26}" srcOrd="0" destOrd="0" presId="urn:microsoft.com/office/officeart/2005/8/layout/pList1"/>
    <dgm:cxn modelId="{BE06FBD1-2675-2C4A-8F7E-91EDB9D1EFB7}" type="presParOf" srcId="{22E14EFC-6CAB-A84F-8CFB-58BBF0F76A09}" destId="{06F02DF4-EBE5-6D44-8204-564B415BF97F}" srcOrd="1" destOrd="0" presId="urn:microsoft.com/office/officeart/2005/8/layout/pList1"/>
    <dgm:cxn modelId="{0EF9586E-AA29-3A49-AAF5-26549E98B5E7}" type="presParOf" srcId="{AA9E48B0-130F-C34E-8B0B-72B05C9172BE}" destId="{785BCBF0-1EA6-9E47-B028-DD0DA997B864}" srcOrd="1" destOrd="0" presId="urn:microsoft.com/office/officeart/2005/8/layout/pList1"/>
    <dgm:cxn modelId="{C4896A98-F115-414F-9947-5B339CFF21C5}" type="presParOf" srcId="{AA9E48B0-130F-C34E-8B0B-72B05C9172BE}" destId="{0A1722A5-391A-B149-B052-15B1F11199DF}" srcOrd="2" destOrd="0" presId="urn:microsoft.com/office/officeart/2005/8/layout/pList1"/>
    <dgm:cxn modelId="{CA1F73A9-7E5D-B042-97AE-84330A0F1F17}" type="presParOf" srcId="{0A1722A5-391A-B149-B052-15B1F11199DF}" destId="{33578065-36AA-204B-ADC8-A2EF1BE5F9C6}" srcOrd="0" destOrd="0" presId="urn:microsoft.com/office/officeart/2005/8/layout/pList1"/>
    <dgm:cxn modelId="{24750A23-9966-2E40-BFA2-3463CEDDAA07}" type="presParOf" srcId="{0A1722A5-391A-B149-B052-15B1F11199DF}" destId="{C4AC2D46-D0EA-D945-B05C-7A8878E818A8}" srcOrd="1" destOrd="0" presId="urn:microsoft.com/office/officeart/2005/8/layout/pList1"/>
    <dgm:cxn modelId="{E245A553-D5BF-9B44-ACBF-112975CAC345}" type="presParOf" srcId="{AA9E48B0-130F-C34E-8B0B-72B05C9172BE}" destId="{67818B81-CEB3-0B4E-9306-E093FED1C728}" srcOrd="3" destOrd="0" presId="urn:microsoft.com/office/officeart/2005/8/layout/pList1"/>
    <dgm:cxn modelId="{E95DA146-956A-9C41-98D2-FC7317E123C5}" type="presParOf" srcId="{AA9E48B0-130F-C34E-8B0B-72B05C9172BE}" destId="{04E0BB29-965E-4A49-8DD9-625A526F28C7}" srcOrd="4" destOrd="0" presId="urn:microsoft.com/office/officeart/2005/8/layout/pList1"/>
    <dgm:cxn modelId="{923BDDDC-CB8A-024C-908F-9DD2357922B8}" type="presParOf" srcId="{04E0BB29-965E-4A49-8DD9-625A526F28C7}" destId="{265E6383-2779-BD4E-866D-01217EA25227}" srcOrd="0" destOrd="0" presId="urn:microsoft.com/office/officeart/2005/8/layout/pList1"/>
    <dgm:cxn modelId="{046206F9-ED0D-A44B-9A99-0383BE1F2D1A}" type="presParOf" srcId="{04E0BB29-965E-4A49-8DD9-625A526F28C7}" destId="{69439145-D3A0-B741-BAC5-DD72DF8F0170}" srcOrd="1" destOrd="0" presId="urn:microsoft.com/office/officeart/2005/8/layout/pList1"/>
    <dgm:cxn modelId="{F9268AE6-3D5D-2644-8DB6-493AF422C4FE}" type="presParOf" srcId="{AA9E48B0-130F-C34E-8B0B-72B05C9172BE}" destId="{FED93BFE-733F-6C45-B47A-2F7844774E98}" srcOrd="5" destOrd="0" presId="urn:microsoft.com/office/officeart/2005/8/layout/pList1"/>
    <dgm:cxn modelId="{4355DAB0-F66C-1F46-AF51-2097D076EBBB}" type="presParOf" srcId="{AA9E48B0-130F-C34E-8B0B-72B05C9172BE}" destId="{12457A75-3E38-3648-8F7B-72CB1CDF754C}" srcOrd="6" destOrd="0" presId="urn:microsoft.com/office/officeart/2005/8/layout/pList1"/>
    <dgm:cxn modelId="{847C6F33-2ABF-E248-B2B9-DAD184D5E98E}" type="presParOf" srcId="{12457A75-3E38-3648-8F7B-72CB1CDF754C}" destId="{AEA15E6E-5514-FB47-A425-F6E8664B0F7C}" srcOrd="0" destOrd="0" presId="urn:microsoft.com/office/officeart/2005/8/layout/pList1"/>
    <dgm:cxn modelId="{6D0C06AE-DFA3-0F4D-A1CD-1BA57AE0115E}" type="presParOf" srcId="{12457A75-3E38-3648-8F7B-72CB1CDF754C}" destId="{07B704A9-784E-9948-8D3A-E43F2BDAFB33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D778553-BEBA-FC45-B6AB-945A45AEE5A7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F31923-1C83-4B4B-974E-348197CB6F35}">
      <dgm:prSet phldrT="[Text]"/>
      <dgm:spPr/>
      <dgm:t>
        <a:bodyPr/>
        <a:lstStyle/>
        <a:p>
          <a:r>
            <a:rPr lang="en-US" dirty="0" smtClean="0"/>
            <a:t>RM inspection</a:t>
          </a:r>
          <a:endParaRPr lang="en-US" dirty="0"/>
        </a:p>
      </dgm:t>
    </dgm:pt>
    <dgm:pt modelId="{4FCC58B0-EF26-3449-98EA-94E541E95BF7}" type="parTrans" cxnId="{154672D8-C752-474E-BE68-7CE185C43A9C}">
      <dgm:prSet/>
      <dgm:spPr/>
      <dgm:t>
        <a:bodyPr/>
        <a:lstStyle/>
        <a:p>
          <a:endParaRPr lang="en-US"/>
        </a:p>
      </dgm:t>
    </dgm:pt>
    <dgm:pt modelId="{79BC6862-4924-F249-918F-7F2777F52787}" type="sibTrans" cxnId="{154672D8-C752-474E-BE68-7CE185C43A9C}">
      <dgm:prSet/>
      <dgm:spPr/>
      <dgm:t>
        <a:bodyPr/>
        <a:lstStyle/>
        <a:p>
          <a:endParaRPr lang="en-US"/>
        </a:p>
      </dgm:t>
    </dgm:pt>
    <dgm:pt modelId="{5858189E-9273-1040-A5D0-B77A85E49207}">
      <dgm:prSet phldrT="[Text]"/>
      <dgm:spPr/>
      <dgm:t>
        <a:bodyPr/>
        <a:lstStyle/>
        <a:p>
          <a:r>
            <a:rPr lang="en-US" dirty="0" smtClean="0"/>
            <a:t>Cold Forging</a:t>
          </a:r>
          <a:endParaRPr lang="en-US" dirty="0"/>
        </a:p>
      </dgm:t>
    </dgm:pt>
    <dgm:pt modelId="{7789B344-DA5C-B843-8F1E-FCA41B2CDF73}" type="parTrans" cxnId="{EFAB15E0-18A3-8942-A933-C01158A91A8B}">
      <dgm:prSet/>
      <dgm:spPr/>
      <dgm:t>
        <a:bodyPr/>
        <a:lstStyle/>
        <a:p>
          <a:endParaRPr lang="en-US"/>
        </a:p>
      </dgm:t>
    </dgm:pt>
    <dgm:pt modelId="{CD7025D0-11C8-A848-8638-8C85F4E3046F}" type="sibTrans" cxnId="{EFAB15E0-18A3-8942-A933-C01158A91A8B}">
      <dgm:prSet/>
      <dgm:spPr/>
      <dgm:t>
        <a:bodyPr/>
        <a:lstStyle/>
        <a:p>
          <a:endParaRPr lang="en-US"/>
        </a:p>
      </dgm:t>
    </dgm:pt>
    <dgm:pt modelId="{6BC17E95-98A9-6E4E-B6B6-297840ED1577}">
      <dgm:prSet phldrT="[Text]"/>
      <dgm:spPr/>
      <dgm:t>
        <a:bodyPr/>
        <a:lstStyle/>
        <a:p>
          <a:r>
            <a:rPr lang="en-US" dirty="0" smtClean="0"/>
            <a:t>Surface Treatment</a:t>
          </a:r>
          <a:endParaRPr lang="en-US" dirty="0"/>
        </a:p>
      </dgm:t>
    </dgm:pt>
    <dgm:pt modelId="{32AC1EA8-157A-D749-9CF8-5D7590238E2A}" type="parTrans" cxnId="{4AE9EA85-468A-594E-B699-41634397550B}">
      <dgm:prSet/>
      <dgm:spPr/>
      <dgm:t>
        <a:bodyPr/>
        <a:lstStyle/>
        <a:p>
          <a:endParaRPr lang="en-US"/>
        </a:p>
      </dgm:t>
    </dgm:pt>
    <dgm:pt modelId="{B7938E2D-8860-0A4B-9A4B-31DD0B387C23}" type="sibTrans" cxnId="{4AE9EA85-468A-594E-B699-41634397550B}">
      <dgm:prSet/>
      <dgm:spPr/>
      <dgm:t>
        <a:bodyPr/>
        <a:lstStyle/>
        <a:p>
          <a:endParaRPr lang="en-US"/>
        </a:p>
      </dgm:t>
    </dgm:pt>
    <dgm:pt modelId="{7CDEA7CA-A528-344D-B4BF-991FD613797A}">
      <dgm:prSet phldrT="[Text]"/>
      <dgm:spPr/>
      <dgm:t>
        <a:bodyPr/>
        <a:lstStyle/>
        <a:p>
          <a:r>
            <a:rPr lang="en-US" dirty="0" smtClean="0"/>
            <a:t>Thread Rolling</a:t>
          </a:r>
          <a:endParaRPr lang="en-US" dirty="0"/>
        </a:p>
      </dgm:t>
    </dgm:pt>
    <dgm:pt modelId="{B7B3E633-7F11-7D4A-9E32-55E9F437AE7E}" type="parTrans" cxnId="{87B0B5DF-02D3-B54F-90A4-448FFFC3E2BC}">
      <dgm:prSet/>
      <dgm:spPr/>
      <dgm:t>
        <a:bodyPr/>
        <a:lstStyle/>
        <a:p>
          <a:endParaRPr lang="en-US"/>
        </a:p>
      </dgm:t>
    </dgm:pt>
    <dgm:pt modelId="{374982B7-493A-FC43-B14E-FEACE846BFD5}" type="sibTrans" cxnId="{87B0B5DF-02D3-B54F-90A4-448FFFC3E2BC}">
      <dgm:prSet/>
      <dgm:spPr/>
      <dgm:t>
        <a:bodyPr/>
        <a:lstStyle/>
        <a:p>
          <a:endParaRPr lang="en-US"/>
        </a:p>
      </dgm:t>
    </dgm:pt>
    <dgm:pt modelId="{B8A2B736-34A8-AA45-AF73-013D8596C0D1}">
      <dgm:prSet phldrT="[Text]"/>
      <dgm:spPr/>
      <dgm:t>
        <a:bodyPr/>
        <a:lstStyle/>
        <a:p>
          <a:r>
            <a:rPr lang="en-US" dirty="0" smtClean="0"/>
            <a:t>Heat Treatment</a:t>
          </a:r>
          <a:endParaRPr lang="en-US" dirty="0"/>
        </a:p>
      </dgm:t>
    </dgm:pt>
    <dgm:pt modelId="{B1D103F8-A9E2-1A4B-BB0B-DE932D966C7E}" type="parTrans" cxnId="{57C6019A-4BB9-4641-B019-3A3440C44677}">
      <dgm:prSet/>
      <dgm:spPr/>
      <dgm:t>
        <a:bodyPr/>
        <a:lstStyle/>
        <a:p>
          <a:endParaRPr lang="en-US"/>
        </a:p>
      </dgm:t>
    </dgm:pt>
    <dgm:pt modelId="{6A0DE3D2-379B-B24B-A7A7-FC1A7AD93D02}" type="sibTrans" cxnId="{57C6019A-4BB9-4641-B019-3A3440C44677}">
      <dgm:prSet/>
      <dgm:spPr/>
      <dgm:t>
        <a:bodyPr/>
        <a:lstStyle/>
        <a:p>
          <a:endParaRPr lang="en-US"/>
        </a:p>
      </dgm:t>
    </dgm:pt>
    <dgm:pt modelId="{342A913F-F2B4-F148-BCB4-5A8D89ADEF44}">
      <dgm:prSet phldrT="[Text]"/>
      <dgm:spPr/>
      <dgm:t>
        <a:bodyPr/>
        <a:lstStyle/>
        <a:p>
          <a:r>
            <a:rPr lang="en-US" dirty="0" smtClean="0"/>
            <a:t>Eddy Current Testing</a:t>
          </a:r>
          <a:endParaRPr lang="en-US" dirty="0"/>
        </a:p>
      </dgm:t>
    </dgm:pt>
    <dgm:pt modelId="{55FE73F4-C1D0-C14A-B221-78AD20A8A315}" type="parTrans" cxnId="{49D00A2E-9E1C-384C-8084-217B9EC2BDC8}">
      <dgm:prSet/>
      <dgm:spPr/>
      <dgm:t>
        <a:bodyPr/>
        <a:lstStyle/>
        <a:p>
          <a:endParaRPr lang="en-US"/>
        </a:p>
      </dgm:t>
    </dgm:pt>
    <dgm:pt modelId="{78F52938-7AB7-F046-BE9B-027794213307}" type="sibTrans" cxnId="{49D00A2E-9E1C-384C-8084-217B9EC2BDC8}">
      <dgm:prSet/>
      <dgm:spPr/>
      <dgm:t>
        <a:bodyPr/>
        <a:lstStyle/>
        <a:p>
          <a:endParaRPr lang="en-US"/>
        </a:p>
      </dgm:t>
    </dgm:pt>
    <dgm:pt modelId="{004F8785-42E2-DA4D-968A-D916BACC521C}">
      <dgm:prSet phldrT="[Text]"/>
      <dgm:spPr/>
      <dgm:t>
        <a:bodyPr/>
        <a:lstStyle/>
        <a:p>
          <a:r>
            <a:rPr lang="en-US" dirty="0" smtClean="0"/>
            <a:t>Final Inspection</a:t>
          </a:r>
          <a:endParaRPr lang="en-US" dirty="0"/>
        </a:p>
      </dgm:t>
    </dgm:pt>
    <dgm:pt modelId="{3BAC4E6E-70CE-B144-A571-F805D0B04C9D}" type="parTrans" cxnId="{1DEF6076-0447-2447-9282-8F3C7125DD6F}">
      <dgm:prSet/>
      <dgm:spPr/>
      <dgm:t>
        <a:bodyPr/>
        <a:lstStyle/>
        <a:p>
          <a:endParaRPr lang="en-US"/>
        </a:p>
      </dgm:t>
    </dgm:pt>
    <dgm:pt modelId="{386592A6-B17B-C743-9506-8E2E95D295A5}" type="sibTrans" cxnId="{1DEF6076-0447-2447-9282-8F3C7125DD6F}">
      <dgm:prSet/>
      <dgm:spPr/>
      <dgm:t>
        <a:bodyPr/>
        <a:lstStyle/>
        <a:p>
          <a:endParaRPr lang="en-US"/>
        </a:p>
      </dgm:t>
    </dgm:pt>
    <dgm:pt modelId="{F2F0ED7B-95B8-5D4F-ADD1-0DBD46113709}">
      <dgm:prSet phldrT="[Text]"/>
      <dgm:spPr/>
      <dgm:t>
        <a:bodyPr/>
        <a:lstStyle/>
        <a:p>
          <a:r>
            <a:rPr lang="en-US" dirty="0" smtClean="0"/>
            <a:t>Packaging and Dispatch</a:t>
          </a:r>
          <a:endParaRPr lang="en-US" dirty="0"/>
        </a:p>
      </dgm:t>
    </dgm:pt>
    <dgm:pt modelId="{4C00836A-A295-7E4D-BCB3-77C45A438772}" type="parTrans" cxnId="{5BD3FA30-9A12-464B-8638-F2C8BA3334CF}">
      <dgm:prSet/>
      <dgm:spPr/>
      <dgm:t>
        <a:bodyPr/>
        <a:lstStyle/>
        <a:p>
          <a:endParaRPr lang="en-US"/>
        </a:p>
      </dgm:t>
    </dgm:pt>
    <dgm:pt modelId="{1FD6DBAC-54E6-7C48-A035-F25CFF089924}" type="sibTrans" cxnId="{5BD3FA30-9A12-464B-8638-F2C8BA3334CF}">
      <dgm:prSet/>
      <dgm:spPr/>
      <dgm:t>
        <a:bodyPr/>
        <a:lstStyle/>
        <a:p>
          <a:endParaRPr lang="en-US"/>
        </a:p>
      </dgm:t>
    </dgm:pt>
    <dgm:pt modelId="{5C978D79-A99B-8E48-A6ED-760F9D2BE2DB}">
      <dgm:prSet phldrT="[Text]"/>
      <dgm:spPr/>
      <dgm:t>
        <a:bodyPr/>
        <a:lstStyle/>
        <a:p>
          <a:r>
            <a:rPr lang="en-US" dirty="0" smtClean="0"/>
            <a:t>Bolts, Screws</a:t>
          </a:r>
          <a:endParaRPr lang="en-US" dirty="0"/>
        </a:p>
      </dgm:t>
    </dgm:pt>
    <dgm:pt modelId="{551B2285-6DF2-A943-8E75-37EDC9262D55}" type="parTrans" cxnId="{5910BCFC-CEB3-C847-9829-19EFEB321F44}">
      <dgm:prSet/>
      <dgm:spPr/>
      <dgm:t>
        <a:bodyPr/>
        <a:lstStyle/>
        <a:p>
          <a:endParaRPr lang="en-US"/>
        </a:p>
      </dgm:t>
    </dgm:pt>
    <dgm:pt modelId="{1C17E954-7713-AE46-A3B3-E0D9A42C100A}" type="sibTrans" cxnId="{5910BCFC-CEB3-C847-9829-19EFEB321F44}">
      <dgm:prSet/>
      <dgm:spPr/>
      <dgm:t>
        <a:bodyPr/>
        <a:lstStyle/>
        <a:p>
          <a:endParaRPr lang="en-US"/>
        </a:p>
      </dgm:t>
    </dgm:pt>
    <dgm:pt modelId="{002BB919-4158-8C42-9CD0-7656B8E30CD2}">
      <dgm:prSet/>
      <dgm:spPr/>
      <dgm:t>
        <a:bodyPr/>
        <a:lstStyle/>
        <a:p>
          <a:r>
            <a:rPr lang="en-US" dirty="0" smtClean="0"/>
            <a:t>Plating</a:t>
          </a:r>
          <a:endParaRPr lang="en-US" dirty="0"/>
        </a:p>
      </dgm:t>
    </dgm:pt>
    <dgm:pt modelId="{D0DCC3DB-FFBD-8B49-B4D8-4E49B2E2F6E7}" type="parTrans" cxnId="{CC985E90-2AE8-9846-B632-926FFED97B9D}">
      <dgm:prSet/>
      <dgm:spPr/>
      <dgm:t>
        <a:bodyPr/>
        <a:lstStyle/>
        <a:p>
          <a:endParaRPr lang="en-US"/>
        </a:p>
      </dgm:t>
    </dgm:pt>
    <dgm:pt modelId="{99446936-7659-8A42-9D4B-A7EDC730E510}" type="sibTrans" cxnId="{CC985E90-2AE8-9846-B632-926FFED97B9D}">
      <dgm:prSet/>
      <dgm:spPr/>
      <dgm:t>
        <a:bodyPr/>
        <a:lstStyle/>
        <a:p>
          <a:endParaRPr lang="en-US"/>
        </a:p>
      </dgm:t>
    </dgm:pt>
    <dgm:pt modelId="{78C3CCA2-AFA8-F24C-8625-EE58648AB178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558ED5"/>
          </a:solidFill>
        </a:ln>
      </dgm:spPr>
      <dgm:t>
        <a:bodyPr/>
        <a:lstStyle/>
        <a:p>
          <a:r>
            <a:rPr lang="en-US" dirty="0" smtClean="0"/>
            <a:t>Secondary Operations</a:t>
          </a:r>
          <a:endParaRPr lang="en-US" dirty="0"/>
        </a:p>
      </dgm:t>
    </dgm:pt>
    <dgm:pt modelId="{08119B07-4036-A643-8A98-1545700C1645}" type="parTrans" cxnId="{DA78906E-9FEF-1649-B974-F10FB8B1D3FC}">
      <dgm:prSet/>
      <dgm:spPr/>
      <dgm:t>
        <a:bodyPr/>
        <a:lstStyle/>
        <a:p>
          <a:endParaRPr lang="en-US"/>
        </a:p>
      </dgm:t>
    </dgm:pt>
    <dgm:pt modelId="{A6F551A8-4A0C-404B-BC85-A767B6DCCD91}" type="sibTrans" cxnId="{DA78906E-9FEF-1649-B974-F10FB8B1D3FC}">
      <dgm:prSet/>
      <dgm:spPr/>
      <dgm:t>
        <a:bodyPr/>
        <a:lstStyle/>
        <a:p>
          <a:endParaRPr lang="en-US"/>
        </a:p>
      </dgm:t>
    </dgm:pt>
    <dgm:pt modelId="{B78D2C22-0EEB-D84E-A63D-1A84E3D8F83D}">
      <dgm:prSet phldrT="[Text]"/>
      <dgm:spPr/>
      <dgm:t>
        <a:bodyPr/>
        <a:lstStyle/>
        <a:p>
          <a:r>
            <a:rPr lang="en-US" dirty="0" smtClean="0"/>
            <a:t>Cold Forging</a:t>
          </a:r>
          <a:endParaRPr lang="en-US" dirty="0"/>
        </a:p>
      </dgm:t>
    </dgm:pt>
    <dgm:pt modelId="{CE13A765-5929-704D-BB09-566081827A13}" type="parTrans" cxnId="{1ED8BE69-E093-6741-A940-CAF77F5AE168}">
      <dgm:prSet/>
      <dgm:spPr/>
      <dgm:t>
        <a:bodyPr/>
        <a:lstStyle/>
        <a:p>
          <a:endParaRPr lang="en-US"/>
        </a:p>
      </dgm:t>
    </dgm:pt>
    <dgm:pt modelId="{35AEB0D3-46D3-FD4D-B899-BAFEA0AAFED2}" type="sibTrans" cxnId="{1ED8BE69-E093-6741-A940-CAF77F5AE168}">
      <dgm:prSet/>
      <dgm:spPr/>
      <dgm:t>
        <a:bodyPr/>
        <a:lstStyle/>
        <a:p>
          <a:endParaRPr lang="en-US"/>
        </a:p>
      </dgm:t>
    </dgm:pt>
    <dgm:pt modelId="{091A2294-C84D-2F4E-A443-7EF56E736D29}">
      <dgm:prSet/>
      <dgm:spPr/>
      <dgm:t>
        <a:bodyPr/>
        <a:lstStyle/>
        <a:p>
          <a:r>
            <a:rPr lang="en-US" dirty="0" smtClean="0"/>
            <a:t>Nut Tapping</a:t>
          </a:r>
          <a:endParaRPr lang="en-US" dirty="0"/>
        </a:p>
      </dgm:t>
    </dgm:pt>
    <dgm:pt modelId="{23C97642-9313-1E4E-91C6-7E5FBAD55A98}" type="parTrans" cxnId="{310ADCD6-78B3-2C4F-A1EC-C244024A36BF}">
      <dgm:prSet/>
      <dgm:spPr/>
      <dgm:t>
        <a:bodyPr/>
        <a:lstStyle/>
        <a:p>
          <a:endParaRPr lang="en-US"/>
        </a:p>
      </dgm:t>
    </dgm:pt>
    <dgm:pt modelId="{865469E5-722F-1B4D-9CFF-F203DDA1E922}" type="sibTrans" cxnId="{310ADCD6-78B3-2C4F-A1EC-C244024A36BF}">
      <dgm:prSet/>
      <dgm:spPr/>
      <dgm:t>
        <a:bodyPr/>
        <a:lstStyle/>
        <a:p>
          <a:endParaRPr lang="en-US"/>
        </a:p>
      </dgm:t>
    </dgm:pt>
    <dgm:pt modelId="{34103B3B-17EC-0245-9F9F-844A0B9A4927}">
      <dgm:prSet phldrT="[Text]"/>
      <dgm:spPr/>
      <dgm:t>
        <a:bodyPr/>
        <a:lstStyle/>
        <a:p>
          <a:r>
            <a:rPr lang="en-US" dirty="0" smtClean="0"/>
            <a:t>Heat Treatment</a:t>
          </a:r>
          <a:endParaRPr lang="en-US" dirty="0"/>
        </a:p>
      </dgm:t>
    </dgm:pt>
    <dgm:pt modelId="{0E068A8D-B5D2-2A44-90BE-BF082D5C1D94}" type="parTrans" cxnId="{C031B5E0-E3E6-8543-A196-A80C2505E772}">
      <dgm:prSet/>
      <dgm:spPr/>
      <dgm:t>
        <a:bodyPr/>
        <a:lstStyle/>
        <a:p>
          <a:endParaRPr lang="en-US"/>
        </a:p>
      </dgm:t>
    </dgm:pt>
    <dgm:pt modelId="{02AB3876-A023-5A4F-8313-5E19A8D53378}" type="sibTrans" cxnId="{C031B5E0-E3E6-8543-A196-A80C2505E772}">
      <dgm:prSet/>
      <dgm:spPr/>
      <dgm:t>
        <a:bodyPr/>
        <a:lstStyle/>
        <a:p>
          <a:endParaRPr lang="en-US"/>
        </a:p>
      </dgm:t>
    </dgm:pt>
    <dgm:pt modelId="{D71815D3-7A3A-B241-9C03-FD9549FE8103}">
      <dgm:prSet phldrT="[Text]"/>
      <dgm:spPr/>
      <dgm:t>
        <a:bodyPr/>
        <a:lstStyle/>
        <a:p>
          <a:r>
            <a:rPr lang="en-US" dirty="0" smtClean="0"/>
            <a:t>RM inspection</a:t>
          </a:r>
          <a:endParaRPr lang="en-US" dirty="0"/>
        </a:p>
      </dgm:t>
    </dgm:pt>
    <dgm:pt modelId="{2EA2DBF3-FBFF-194A-AAFF-794A5C20B42F}" type="parTrans" cxnId="{0C35830E-67FC-6E47-BF18-E49D0C73B964}">
      <dgm:prSet/>
      <dgm:spPr/>
      <dgm:t>
        <a:bodyPr/>
        <a:lstStyle/>
        <a:p>
          <a:endParaRPr lang="en-US"/>
        </a:p>
      </dgm:t>
    </dgm:pt>
    <dgm:pt modelId="{698DBF6F-2DE7-AE42-9256-70E6172AFFBA}" type="sibTrans" cxnId="{0C35830E-67FC-6E47-BF18-E49D0C73B964}">
      <dgm:prSet/>
      <dgm:spPr/>
      <dgm:t>
        <a:bodyPr/>
        <a:lstStyle/>
        <a:p>
          <a:endParaRPr lang="en-US"/>
        </a:p>
      </dgm:t>
    </dgm:pt>
    <dgm:pt modelId="{F67EDFDE-E4E5-0D4C-ABA8-D6A32EB69DBA}">
      <dgm:prSet phldrT="[Text]"/>
      <dgm:spPr/>
      <dgm:t>
        <a:bodyPr/>
        <a:lstStyle/>
        <a:p>
          <a:r>
            <a:rPr lang="en-US" dirty="0" smtClean="0"/>
            <a:t>Final Inspection</a:t>
          </a:r>
          <a:endParaRPr lang="en-US" dirty="0"/>
        </a:p>
      </dgm:t>
    </dgm:pt>
    <dgm:pt modelId="{D59C26F1-39AA-3E44-8663-1E55EAA970B5}" type="parTrans" cxnId="{162937FB-3688-AD4C-AFCC-F6D08EA4F494}">
      <dgm:prSet/>
      <dgm:spPr/>
      <dgm:t>
        <a:bodyPr/>
        <a:lstStyle/>
        <a:p>
          <a:endParaRPr lang="en-US"/>
        </a:p>
      </dgm:t>
    </dgm:pt>
    <dgm:pt modelId="{FAB350FA-2224-004E-9832-ACF548C00F55}" type="sibTrans" cxnId="{162937FB-3688-AD4C-AFCC-F6D08EA4F494}">
      <dgm:prSet/>
      <dgm:spPr/>
      <dgm:t>
        <a:bodyPr/>
        <a:lstStyle/>
        <a:p>
          <a:endParaRPr lang="en-US"/>
        </a:p>
      </dgm:t>
    </dgm:pt>
    <dgm:pt modelId="{88438465-4DE0-CA48-8620-62CCBB334E83}">
      <dgm:prSet phldrT="[Text]"/>
      <dgm:spPr/>
      <dgm:t>
        <a:bodyPr/>
        <a:lstStyle/>
        <a:p>
          <a:r>
            <a:rPr lang="en-US" dirty="0" smtClean="0"/>
            <a:t>Packaging and Dispatch</a:t>
          </a:r>
          <a:endParaRPr lang="en-US" dirty="0"/>
        </a:p>
      </dgm:t>
    </dgm:pt>
    <dgm:pt modelId="{21E50D9F-C4B2-D547-B98C-380132C8A497}" type="sibTrans" cxnId="{CCA1508D-FC2F-3F40-9125-CAF7B274BD28}">
      <dgm:prSet/>
      <dgm:spPr/>
      <dgm:t>
        <a:bodyPr/>
        <a:lstStyle/>
        <a:p>
          <a:endParaRPr lang="en-US"/>
        </a:p>
      </dgm:t>
    </dgm:pt>
    <dgm:pt modelId="{1ED1E15D-078D-C44E-B841-3BAB13127788}" type="parTrans" cxnId="{CCA1508D-FC2F-3F40-9125-CAF7B274BD28}">
      <dgm:prSet/>
      <dgm:spPr/>
      <dgm:t>
        <a:bodyPr/>
        <a:lstStyle/>
        <a:p>
          <a:endParaRPr lang="en-US"/>
        </a:p>
      </dgm:t>
    </dgm:pt>
    <dgm:pt modelId="{E3D578E7-2CB8-5047-8DA7-1356C4EED233}">
      <dgm:prSet/>
      <dgm:spPr/>
      <dgm:t>
        <a:bodyPr/>
        <a:lstStyle/>
        <a:p>
          <a:r>
            <a:rPr lang="en-US" dirty="0" smtClean="0"/>
            <a:t>Nuts</a:t>
          </a:r>
          <a:endParaRPr lang="en-US" dirty="0"/>
        </a:p>
      </dgm:t>
    </dgm:pt>
    <dgm:pt modelId="{5BEA2E38-3CB2-1A45-BBFF-E6DBEEA8D21D}" type="parTrans" cxnId="{05641B9C-7EDB-854C-AE04-A4995C40435A}">
      <dgm:prSet/>
      <dgm:spPr/>
      <dgm:t>
        <a:bodyPr/>
        <a:lstStyle/>
        <a:p>
          <a:endParaRPr lang="en-US"/>
        </a:p>
      </dgm:t>
    </dgm:pt>
    <dgm:pt modelId="{4D7479EC-8795-1D41-B8AB-93FDEFAE89E3}" type="sibTrans" cxnId="{05641B9C-7EDB-854C-AE04-A4995C40435A}">
      <dgm:prSet/>
      <dgm:spPr/>
      <dgm:t>
        <a:bodyPr/>
        <a:lstStyle/>
        <a:p>
          <a:endParaRPr lang="en-US"/>
        </a:p>
      </dgm:t>
    </dgm:pt>
    <dgm:pt modelId="{BDEBC453-78C8-B244-B695-9C326A642F1F}">
      <dgm:prSet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558ED5"/>
          </a:solidFill>
        </a:ln>
      </dgm:spPr>
      <dgm:t>
        <a:bodyPr/>
        <a:lstStyle/>
        <a:p>
          <a:r>
            <a:rPr lang="en-US" dirty="0" smtClean="0"/>
            <a:t>Tooling</a:t>
          </a:r>
          <a:endParaRPr lang="en-US" dirty="0"/>
        </a:p>
      </dgm:t>
    </dgm:pt>
    <dgm:pt modelId="{FD6E8BAD-D55A-8F4C-B393-2CE33C2E2A4E}" type="parTrans" cxnId="{A64BAC25-F8A6-D94A-94DA-C9E220DBF3B4}">
      <dgm:prSet/>
      <dgm:spPr/>
      <dgm:t>
        <a:bodyPr/>
        <a:lstStyle/>
        <a:p>
          <a:endParaRPr lang="en-US"/>
        </a:p>
      </dgm:t>
    </dgm:pt>
    <dgm:pt modelId="{BF486F14-1D81-A64C-A12D-77AC60BBCBCB}" type="sibTrans" cxnId="{A64BAC25-F8A6-D94A-94DA-C9E220DBF3B4}">
      <dgm:prSet/>
      <dgm:spPr/>
      <dgm:t>
        <a:bodyPr/>
        <a:lstStyle/>
        <a:p>
          <a:endParaRPr lang="en-US"/>
        </a:p>
      </dgm:t>
    </dgm:pt>
    <dgm:pt modelId="{049A8EE2-670A-EE47-AAC6-3C372EB28486}" type="pres">
      <dgm:prSet presAssocID="{5D778553-BEBA-FC45-B6AB-945A45AEE5A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B32CDFB-FF35-BE40-8ECA-29C8F5C9F907}" type="pres">
      <dgm:prSet presAssocID="{5C978D79-A99B-8E48-A6ED-760F9D2BE2DB}" presName="root" presStyleCnt="0"/>
      <dgm:spPr/>
    </dgm:pt>
    <dgm:pt modelId="{9EC708FC-5FC6-3545-845B-C23775B8F3A9}" type="pres">
      <dgm:prSet presAssocID="{5C978D79-A99B-8E48-A6ED-760F9D2BE2DB}" presName="rootComposite" presStyleCnt="0"/>
      <dgm:spPr/>
    </dgm:pt>
    <dgm:pt modelId="{0675AEA0-99E4-EA4A-9C47-FF4A73AB2844}" type="pres">
      <dgm:prSet presAssocID="{5C978D79-A99B-8E48-A6ED-760F9D2BE2DB}" presName="rootText" presStyleLbl="node1" presStyleIdx="0" presStyleCnt="4" custScaleX="216822" custScaleY="93254"/>
      <dgm:spPr/>
      <dgm:t>
        <a:bodyPr/>
        <a:lstStyle/>
        <a:p>
          <a:endParaRPr lang="en-US"/>
        </a:p>
      </dgm:t>
    </dgm:pt>
    <dgm:pt modelId="{EC0FA026-25F4-CD47-AB6F-A143FBFCB088}" type="pres">
      <dgm:prSet presAssocID="{5C978D79-A99B-8E48-A6ED-760F9D2BE2DB}" presName="rootConnector" presStyleLbl="node1" presStyleIdx="0" presStyleCnt="4"/>
      <dgm:spPr/>
      <dgm:t>
        <a:bodyPr/>
        <a:lstStyle/>
        <a:p>
          <a:endParaRPr lang="en-US"/>
        </a:p>
      </dgm:t>
    </dgm:pt>
    <dgm:pt modelId="{784E0EE9-0290-B84B-96A5-31F1845DE51B}" type="pres">
      <dgm:prSet presAssocID="{5C978D79-A99B-8E48-A6ED-760F9D2BE2DB}" presName="childShape" presStyleCnt="0"/>
      <dgm:spPr/>
    </dgm:pt>
    <dgm:pt modelId="{529D1C15-4872-244C-A2A4-CF764C1977CA}" type="pres">
      <dgm:prSet presAssocID="{4FCC58B0-EF26-3449-98EA-94E541E95BF7}" presName="Name13" presStyleLbl="parChTrans1D2" presStyleIdx="0" presStyleCnt="15"/>
      <dgm:spPr/>
      <dgm:t>
        <a:bodyPr/>
        <a:lstStyle/>
        <a:p>
          <a:endParaRPr lang="en-US"/>
        </a:p>
      </dgm:t>
    </dgm:pt>
    <dgm:pt modelId="{C0216D9D-59AC-604A-A1C2-7461D8C18526}" type="pres">
      <dgm:prSet presAssocID="{97F31923-1C83-4B4B-974E-348197CB6F35}" presName="childText" presStyleLbl="bgAcc1" presStyleIdx="0" presStyleCnt="15" custScaleX="244781" custScaleY="574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11B343-3AA4-F84C-81CF-580C90A83A8A}" type="pres">
      <dgm:prSet presAssocID="{7789B344-DA5C-B843-8F1E-FCA41B2CDF73}" presName="Name13" presStyleLbl="parChTrans1D2" presStyleIdx="1" presStyleCnt="15"/>
      <dgm:spPr/>
      <dgm:t>
        <a:bodyPr/>
        <a:lstStyle/>
        <a:p>
          <a:endParaRPr lang="en-US"/>
        </a:p>
      </dgm:t>
    </dgm:pt>
    <dgm:pt modelId="{069E1C51-6E92-7042-8DCD-7F9767B6CF68}" type="pres">
      <dgm:prSet presAssocID="{5858189E-9273-1040-A5D0-B77A85E49207}" presName="childText" presStyleLbl="bgAcc1" presStyleIdx="1" presStyleCnt="15" custScaleX="248150" custScaleY="589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654C8F-468B-0449-9256-0399C8F34C4C}" type="pres">
      <dgm:prSet presAssocID="{B7B3E633-7F11-7D4A-9E32-55E9F437AE7E}" presName="Name13" presStyleLbl="parChTrans1D2" presStyleIdx="2" presStyleCnt="15"/>
      <dgm:spPr/>
      <dgm:t>
        <a:bodyPr/>
        <a:lstStyle/>
        <a:p>
          <a:endParaRPr lang="en-US"/>
        </a:p>
      </dgm:t>
    </dgm:pt>
    <dgm:pt modelId="{6C8A695A-708C-484F-AE57-4863E7F91BA0}" type="pres">
      <dgm:prSet presAssocID="{7CDEA7CA-A528-344D-B4BF-991FD613797A}" presName="childText" presStyleLbl="bgAcc1" presStyleIdx="2" presStyleCnt="15" custScaleX="246852" custScaleY="446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FE27EE-2148-DB4D-9836-5471CEAB5540}" type="pres">
      <dgm:prSet presAssocID="{B1D103F8-A9E2-1A4B-BB0B-DE932D966C7E}" presName="Name13" presStyleLbl="parChTrans1D2" presStyleIdx="3" presStyleCnt="15"/>
      <dgm:spPr/>
      <dgm:t>
        <a:bodyPr/>
        <a:lstStyle/>
        <a:p>
          <a:endParaRPr lang="en-US"/>
        </a:p>
      </dgm:t>
    </dgm:pt>
    <dgm:pt modelId="{E83FEDDA-ACE0-4A49-B369-F3BC228F0E3D}" type="pres">
      <dgm:prSet presAssocID="{B8A2B736-34A8-AA45-AF73-013D8596C0D1}" presName="childText" presStyleLbl="bgAcc1" presStyleIdx="3" presStyleCnt="15" custScaleX="246853" custScaleY="479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279B05-DD35-2246-A906-D0484C7FF109}" type="pres">
      <dgm:prSet presAssocID="{55FE73F4-C1D0-C14A-B221-78AD20A8A315}" presName="Name13" presStyleLbl="parChTrans1D2" presStyleIdx="4" presStyleCnt="15"/>
      <dgm:spPr/>
      <dgm:t>
        <a:bodyPr/>
        <a:lstStyle/>
        <a:p>
          <a:endParaRPr lang="en-US"/>
        </a:p>
      </dgm:t>
    </dgm:pt>
    <dgm:pt modelId="{AD016AB5-EF93-614C-8EEE-8BCBF506D4CE}" type="pres">
      <dgm:prSet presAssocID="{342A913F-F2B4-F148-BCB4-5A8D89ADEF44}" presName="childText" presStyleLbl="bgAcc1" presStyleIdx="4" presStyleCnt="15" custScaleX="251687" custScaleY="6045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1E5F7E-3D98-664A-8E12-8B569931AF76}" type="pres">
      <dgm:prSet presAssocID="{32AC1EA8-157A-D749-9CF8-5D7590238E2A}" presName="Name13" presStyleLbl="parChTrans1D2" presStyleIdx="5" presStyleCnt="15"/>
      <dgm:spPr/>
      <dgm:t>
        <a:bodyPr/>
        <a:lstStyle/>
        <a:p>
          <a:endParaRPr lang="en-US"/>
        </a:p>
      </dgm:t>
    </dgm:pt>
    <dgm:pt modelId="{62D216D7-9ACC-3947-8E13-243F76854B6B}" type="pres">
      <dgm:prSet presAssocID="{6BC17E95-98A9-6E4E-B6B6-297840ED1577}" presName="childText" presStyleLbl="bgAcc1" presStyleIdx="5" presStyleCnt="15" custScaleX="248216" custScaleY="581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0A0BB5-B188-914C-9CD5-647F09FC29C9}" type="pres">
      <dgm:prSet presAssocID="{3BAC4E6E-70CE-B144-A571-F805D0B04C9D}" presName="Name13" presStyleLbl="parChTrans1D2" presStyleIdx="6" presStyleCnt="15"/>
      <dgm:spPr/>
      <dgm:t>
        <a:bodyPr/>
        <a:lstStyle/>
        <a:p>
          <a:endParaRPr lang="en-US"/>
        </a:p>
      </dgm:t>
    </dgm:pt>
    <dgm:pt modelId="{81433124-8761-3742-9BF1-C7D72CAF5F2F}" type="pres">
      <dgm:prSet presAssocID="{004F8785-42E2-DA4D-968A-D916BACC521C}" presName="childText" presStyleLbl="bgAcc1" presStyleIdx="6" presStyleCnt="15" custScaleX="253722" custScaleY="662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970F6F-1803-CE48-B14C-F1A62448B7B1}" type="pres">
      <dgm:prSet presAssocID="{4C00836A-A295-7E4D-BCB3-77C45A438772}" presName="Name13" presStyleLbl="parChTrans1D2" presStyleIdx="7" presStyleCnt="15"/>
      <dgm:spPr/>
      <dgm:t>
        <a:bodyPr/>
        <a:lstStyle/>
        <a:p>
          <a:endParaRPr lang="en-US"/>
        </a:p>
      </dgm:t>
    </dgm:pt>
    <dgm:pt modelId="{E16C50E3-16F6-8940-B753-2FFC6562CC1F}" type="pres">
      <dgm:prSet presAssocID="{F2F0ED7B-95B8-5D4F-ADD1-0DBD46113709}" presName="childText" presStyleLbl="bgAcc1" presStyleIdx="7" presStyleCnt="15" custScaleX="253722" custScaleY="725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B5C8D6-B48A-1C4D-9306-AA15FE51A401}" type="pres">
      <dgm:prSet presAssocID="{78C3CCA2-AFA8-F24C-8625-EE58648AB178}" presName="root" presStyleCnt="0"/>
      <dgm:spPr/>
    </dgm:pt>
    <dgm:pt modelId="{934E952A-1CCB-3741-8384-FDA3E8AD6946}" type="pres">
      <dgm:prSet presAssocID="{78C3CCA2-AFA8-F24C-8625-EE58648AB178}" presName="rootComposite" presStyleCnt="0"/>
      <dgm:spPr/>
    </dgm:pt>
    <dgm:pt modelId="{7B34BD47-D96A-CD45-B93B-BF006097E67A}" type="pres">
      <dgm:prSet presAssocID="{78C3CCA2-AFA8-F24C-8625-EE58648AB178}" presName="rootText" presStyleLbl="node1" presStyleIdx="1" presStyleCnt="4" custScaleX="126280" custScaleY="73260" custLinFactY="127488" custLinFactNeighborX="13941" custLinFactNeighborY="200000"/>
      <dgm:spPr/>
      <dgm:t>
        <a:bodyPr/>
        <a:lstStyle/>
        <a:p>
          <a:endParaRPr lang="en-US"/>
        </a:p>
      </dgm:t>
    </dgm:pt>
    <dgm:pt modelId="{64EE88E8-D4BB-5B46-9F46-8BC9D4D9C9C0}" type="pres">
      <dgm:prSet presAssocID="{78C3CCA2-AFA8-F24C-8625-EE58648AB178}" presName="rootConnector" presStyleLbl="node1" presStyleIdx="1" presStyleCnt="4"/>
      <dgm:spPr/>
      <dgm:t>
        <a:bodyPr/>
        <a:lstStyle/>
        <a:p>
          <a:endParaRPr lang="en-US"/>
        </a:p>
      </dgm:t>
    </dgm:pt>
    <dgm:pt modelId="{D8B07D32-1067-2B4A-BB03-9293F1EB8A5A}" type="pres">
      <dgm:prSet presAssocID="{78C3CCA2-AFA8-F24C-8625-EE58648AB178}" presName="childShape" presStyleCnt="0"/>
      <dgm:spPr/>
    </dgm:pt>
    <dgm:pt modelId="{CA437685-B4A6-2C4A-832B-68A65AF4180E}" type="pres">
      <dgm:prSet presAssocID="{E3D578E7-2CB8-5047-8DA7-1356C4EED233}" presName="root" presStyleCnt="0"/>
      <dgm:spPr/>
    </dgm:pt>
    <dgm:pt modelId="{B7E72C62-C697-8C43-97C3-C0990ACC459D}" type="pres">
      <dgm:prSet presAssocID="{E3D578E7-2CB8-5047-8DA7-1356C4EED233}" presName="rootComposite" presStyleCnt="0"/>
      <dgm:spPr/>
    </dgm:pt>
    <dgm:pt modelId="{E499C4FE-3EFC-9A4E-893C-E3D4854902FE}" type="pres">
      <dgm:prSet presAssocID="{E3D578E7-2CB8-5047-8DA7-1356C4EED233}" presName="rootText" presStyleLbl="node1" presStyleIdx="2" presStyleCnt="4"/>
      <dgm:spPr/>
      <dgm:t>
        <a:bodyPr/>
        <a:lstStyle/>
        <a:p>
          <a:endParaRPr lang="en-US"/>
        </a:p>
      </dgm:t>
    </dgm:pt>
    <dgm:pt modelId="{C20EDACC-38C4-4D41-8953-D6B5A35578D0}" type="pres">
      <dgm:prSet presAssocID="{E3D578E7-2CB8-5047-8DA7-1356C4EED233}" presName="rootConnector" presStyleLbl="node1" presStyleIdx="2" presStyleCnt="4"/>
      <dgm:spPr/>
      <dgm:t>
        <a:bodyPr/>
        <a:lstStyle/>
        <a:p>
          <a:endParaRPr lang="en-US"/>
        </a:p>
      </dgm:t>
    </dgm:pt>
    <dgm:pt modelId="{3B729CA5-17F4-7641-A709-D74C79219F01}" type="pres">
      <dgm:prSet presAssocID="{E3D578E7-2CB8-5047-8DA7-1356C4EED233}" presName="childShape" presStyleCnt="0"/>
      <dgm:spPr/>
    </dgm:pt>
    <dgm:pt modelId="{98C610C8-2D16-6E4E-94E4-76BBEEADFCD8}" type="pres">
      <dgm:prSet presAssocID="{2EA2DBF3-FBFF-194A-AAFF-794A5C20B42F}" presName="Name13" presStyleLbl="parChTrans1D2" presStyleIdx="8" presStyleCnt="15"/>
      <dgm:spPr/>
      <dgm:t>
        <a:bodyPr/>
        <a:lstStyle/>
        <a:p>
          <a:endParaRPr lang="en-US"/>
        </a:p>
      </dgm:t>
    </dgm:pt>
    <dgm:pt modelId="{038666C3-126A-394E-A728-77298635886F}" type="pres">
      <dgm:prSet presAssocID="{D71815D3-7A3A-B241-9C03-FD9549FE8103}" presName="childText" presStyleLbl="bgAcc1" presStyleIdx="8" presStyleCnt="15" custScaleX="244781" custScaleY="574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20E1F9-6281-DB41-8192-50BA8BF21804}" type="pres">
      <dgm:prSet presAssocID="{CE13A765-5929-704D-BB09-566081827A13}" presName="Name13" presStyleLbl="parChTrans1D2" presStyleIdx="9" presStyleCnt="15"/>
      <dgm:spPr/>
      <dgm:t>
        <a:bodyPr/>
        <a:lstStyle/>
        <a:p>
          <a:endParaRPr lang="en-US"/>
        </a:p>
      </dgm:t>
    </dgm:pt>
    <dgm:pt modelId="{83637FEC-C7F0-714D-8DD7-BE983DCEE623}" type="pres">
      <dgm:prSet presAssocID="{B78D2C22-0EEB-D84E-A63D-1A84E3D8F83D}" presName="childText" presStyleLbl="bgAcc1" presStyleIdx="9" presStyleCnt="15" custScaleX="248150" custScaleY="589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A703FF-32B5-504C-B67C-2CEE07B39D9E}" type="pres">
      <dgm:prSet presAssocID="{23C97642-9313-1E4E-91C6-7E5FBAD55A98}" presName="Name13" presStyleLbl="parChTrans1D2" presStyleIdx="10" presStyleCnt="15"/>
      <dgm:spPr/>
      <dgm:t>
        <a:bodyPr/>
        <a:lstStyle/>
        <a:p>
          <a:endParaRPr lang="en-US"/>
        </a:p>
      </dgm:t>
    </dgm:pt>
    <dgm:pt modelId="{D383467B-B9E0-D346-B18E-BC030AD96149}" type="pres">
      <dgm:prSet presAssocID="{091A2294-C84D-2F4E-A443-7EF56E736D29}" presName="childText" presStyleLbl="bgAcc1" presStyleIdx="10" presStyleCnt="15" custScaleX="250565" custScaleY="663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A5395B-DDB4-6F4D-B052-D9A7CDCE2F2B}" type="pres">
      <dgm:prSet presAssocID="{0E068A8D-B5D2-2A44-90BE-BF082D5C1D94}" presName="Name13" presStyleLbl="parChTrans1D2" presStyleIdx="11" presStyleCnt="15"/>
      <dgm:spPr/>
      <dgm:t>
        <a:bodyPr/>
        <a:lstStyle/>
        <a:p>
          <a:endParaRPr lang="en-US"/>
        </a:p>
      </dgm:t>
    </dgm:pt>
    <dgm:pt modelId="{3B5580C4-E8A3-FC47-8E07-7D5A035E59DA}" type="pres">
      <dgm:prSet presAssocID="{34103B3B-17EC-0245-9F9F-844A0B9A4927}" presName="childText" presStyleLbl="bgAcc1" presStyleIdx="11" presStyleCnt="15" custScaleX="246853" custScaleY="67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B07405-2498-8D4F-BC60-F851EF72CE2C}" type="pres">
      <dgm:prSet presAssocID="{D0DCC3DB-FFBD-8B49-B4D8-4E49B2E2F6E7}" presName="Name13" presStyleLbl="parChTrans1D2" presStyleIdx="12" presStyleCnt="15"/>
      <dgm:spPr/>
      <dgm:t>
        <a:bodyPr/>
        <a:lstStyle/>
        <a:p>
          <a:endParaRPr lang="en-US"/>
        </a:p>
      </dgm:t>
    </dgm:pt>
    <dgm:pt modelId="{5C370B70-0967-6843-9C2A-77C854B36F7C}" type="pres">
      <dgm:prSet presAssocID="{002BB919-4158-8C42-9CD0-7656B8E30CD2}" presName="childText" presStyleLbl="bgAcc1" presStyleIdx="12" presStyleCnt="15" custScaleX="253722" custScaleY="6475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27A735-5247-F24B-9751-036BD219ABCF}" type="pres">
      <dgm:prSet presAssocID="{D59C26F1-39AA-3E44-8663-1E55EAA970B5}" presName="Name13" presStyleLbl="parChTrans1D2" presStyleIdx="13" presStyleCnt="15"/>
      <dgm:spPr/>
      <dgm:t>
        <a:bodyPr/>
        <a:lstStyle/>
        <a:p>
          <a:endParaRPr lang="en-US"/>
        </a:p>
      </dgm:t>
    </dgm:pt>
    <dgm:pt modelId="{96CDF958-CDFD-8048-A98A-7006A0829B8E}" type="pres">
      <dgm:prSet presAssocID="{F67EDFDE-E4E5-0D4C-ABA8-D6A32EB69DBA}" presName="childText" presStyleLbl="bgAcc1" presStyleIdx="13" presStyleCnt="15" custScaleX="253722" custScaleY="662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404A13-7760-654A-A752-FD0679CABDF0}" type="pres">
      <dgm:prSet presAssocID="{1ED1E15D-078D-C44E-B841-3BAB13127788}" presName="Name13" presStyleLbl="parChTrans1D2" presStyleIdx="14" presStyleCnt="15"/>
      <dgm:spPr/>
      <dgm:t>
        <a:bodyPr/>
        <a:lstStyle/>
        <a:p>
          <a:endParaRPr lang="en-US"/>
        </a:p>
      </dgm:t>
    </dgm:pt>
    <dgm:pt modelId="{B1C19733-55DD-F649-BDDE-37639AB04999}" type="pres">
      <dgm:prSet presAssocID="{88438465-4DE0-CA48-8620-62CCBB334E83}" presName="childText" presStyleLbl="bgAcc1" presStyleIdx="14" presStyleCnt="15" custScaleX="253722" custScaleY="725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D897C6-057A-C841-8C4B-F9072080B4C8}" type="pres">
      <dgm:prSet presAssocID="{BDEBC453-78C8-B244-B695-9C326A642F1F}" presName="root" presStyleCnt="0"/>
      <dgm:spPr/>
    </dgm:pt>
    <dgm:pt modelId="{CBE51564-0A65-214A-86AF-D99A840AB6F6}" type="pres">
      <dgm:prSet presAssocID="{BDEBC453-78C8-B244-B695-9C326A642F1F}" presName="rootComposite" presStyleCnt="0"/>
      <dgm:spPr/>
    </dgm:pt>
    <dgm:pt modelId="{CDC0056C-340F-4F4A-BCF1-96432883CCAF}" type="pres">
      <dgm:prSet presAssocID="{BDEBC453-78C8-B244-B695-9C326A642F1F}" presName="rootText" presStyleLbl="node1" presStyleIdx="3" presStyleCnt="4" custScaleX="126280" custScaleY="73260" custLinFactX="-100000" custLinFactY="93906" custLinFactNeighborX="-161508" custLinFactNeighborY="100000"/>
      <dgm:spPr/>
      <dgm:t>
        <a:bodyPr/>
        <a:lstStyle/>
        <a:p>
          <a:endParaRPr lang="en-US"/>
        </a:p>
      </dgm:t>
    </dgm:pt>
    <dgm:pt modelId="{7CE3E17A-743D-D44E-8B7A-59A3D81CB400}" type="pres">
      <dgm:prSet presAssocID="{BDEBC453-78C8-B244-B695-9C326A642F1F}" presName="rootConnector" presStyleLbl="node1" presStyleIdx="3" presStyleCnt="4"/>
      <dgm:spPr/>
      <dgm:t>
        <a:bodyPr/>
        <a:lstStyle/>
        <a:p>
          <a:endParaRPr lang="en-US"/>
        </a:p>
      </dgm:t>
    </dgm:pt>
    <dgm:pt modelId="{0AE1723F-2A09-834A-9C17-08AE2B37BFB6}" type="pres">
      <dgm:prSet presAssocID="{BDEBC453-78C8-B244-B695-9C326A642F1F}" presName="childShape" presStyleCnt="0"/>
      <dgm:spPr/>
    </dgm:pt>
  </dgm:ptLst>
  <dgm:cxnLst>
    <dgm:cxn modelId="{CC985E90-2AE8-9846-B632-926FFED97B9D}" srcId="{E3D578E7-2CB8-5047-8DA7-1356C4EED233}" destId="{002BB919-4158-8C42-9CD0-7656B8E30CD2}" srcOrd="4" destOrd="0" parTransId="{D0DCC3DB-FFBD-8B49-B4D8-4E49B2E2F6E7}" sibTransId="{99446936-7659-8A42-9D4B-A7EDC730E510}"/>
    <dgm:cxn modelId="{8DF7DCAE-E701-CC40-9857-B4A384F9A025}" type="presOf" srcId="{B1D103F8-A9E2-1A4B-BB0B-DE932D966C7E}" destId="{A0FE27EE-2148-DB4D-9836-5471CEAB5540}" srcOrd="0" destOrd="0" presId="urn:microsoft.com/office/officeart/2005/8/layout/hierarchy3"/>
    <dgm:cxn modelId="{69E922F2-01E5-804D-97A2-78D46A40F608}" type="presOf" srcId="{7789B344-DA5C-B843-8F1E-FCA41B2CDF73}" destId="{6A11B343-3AA4-F84C-81CF-580C90A83A8A}" srcOrd="0" destOrd="0" presId="urn:microsoft.com/office/officeart/2005/8/layout/hierarchy3"/>
    <dgm:cxn modelId="{57336707-3F04-1F4F-9756-34ABCC11A899}" type="presOf" srcId="{002BB919-4158-8C42-9CD0-7656B8E30CD2}" destId="{5C370B70-0967-6843-9C2A-77C854B36F7C}" srcOrd="0" destOrd="0" presId="urn:microsoft.com/office/officeart/2005/8/layout/hierarchy3"/>
    <dgm:cxn modelId="{691E5BAD-F5F3-B840-A539-49EE51762A15}" type="presOf" srcId="{4C00836A-A295-7E4D-BCB3-77C45A438772}" destId="{33970F6F-1803-CE48-B14C-F1A62448B7B1}" srcOrd="0" destOrd="0" presId="urn:microsoft.com/office/officeart/2005/8/layout/hierarchy3"/>
    <dgm:cxn modelId="{BAB5BE0B-DBB1-0147-B914-9CC3DD872819}" type="presOf" srcId="{7CDEA7CA-A528-344D-B4BF-991FD613797A}" destId="{6C8A695A-708C-484F-AE57-4863E7F91BA0}" srcOrd="0" destOrd="0" presId="urn:microsoft.com/office/officeart/2005/8/layout/hierarchy3"/>
    <dgm:cxn modelId="{87B0B5DF-02D3-B54F-90A4-448FFFC3E2BC}" srcId="{5C978D79-A99B-8E48-A6ED-760F9D2BE2DB}" destId="{7CDEA7CA-A528-344D-B4BF-991FD613797A}" srcOrd="2" destOrd="0" parTransId="{B7B3E633-7F11-7D4A-9E32-55E9F437AE7E}" sibTransId="{374982B7-493A-FC43-B14E-FEACE846BFD5}"/>
    <dgm:cxn modelId="{CB68F3C3-2A44-0346-A679-D70D6AF67237}" type="presOf" srcId="{34103B3B-17EC-0245-9F9F-844A0B9A4927}" destId="{3B5580C4-E8A3-FC47-8E07-7D5A035E59DA}" srcOrd="0" destOrd="0" presId="urn:microsoft.com/office/officeart/2005/8/layout/hierarchy3"/>
    <dgm:cxn modelId="{D28F7606-04C3-5B47-8765-61804D9F9847}" type="presOf" srcId="{E3D578E7-2CB8-5047-8DA7-1356C4EED233}" destId="{C20EDACC-38C4-4D41-8953-D6B5A35578D0}" srcOrd="1" destOrd="0" presId="urn:microsoft.com/office/officeart/2005/8/layout/hierarchy3"/>
    <dgm:cxn modelId="{0C35830E-67FC-6E47-BF18-E49D0C73B964}" srcId="{E3D578E7-2CB8-5047-8DA7-1356C4EED233}" destId="{D71815D3-7A3A-B241-9C03-FD9549FE8103}" srcOrd="0" destOrd="0" parTransId="{2EA2DBF3-FBFF-194A-AAFF-794A5C20B42F}" sibTransId="{698DBF6F-2DE7-AE42-9256-70E6172AFFBA}"/>
    <dgm:cxn modelId="{A5CCCA00-F567-E94F-B6DC-394700814E17}" type="presOf" srcId="{78C3CCA2-AFA8-F24C-8625-EE58648AB178}" destId="{64EE88E8-D4BB-5B46-9F46-8BC9D4D9C9C0}" srcOrd="1" destOrd="0" presId="urn:microsoft.com/office/officeart/2005/8/layout/hierarchy3"/>
    <dgm:cxn modelId="{527664D5-8C7F-BF45-8614-CF7EBB5E9D4E}" type="presOf" srcId="{B7B3E633-7F11-7D4A-9E32-55E9F437AE7E}" destId="{59654C8F-468B-0449-9256-0399C8F34C4C}" srcOrd="0" destOrd="0" presId="urn:microsoft.com/office/officeart/2005/8/layout/hierarchy3"/>
    <dgm:cxn modelId="{E818D32E-20C9-4D4A-8EAB-D14516F34180}" type="presOf" srcId="{091A2294-C84D-2F4E-A443-7EF56E736D29}" destId="{D383467B-B9E0-D346-B18E-BC030AD96149}" srcOrd="0" destOrd="0" presId="urn:microsoft.com/office/officeart/2005/8/layout/hierarchy3"/>
    <dgm:cxn modelId="{71EBFBE6-C619-CA49-A286-E4DECEF1B387}" type="presOf" srcId="{F2F0ED7B-95B8-5D4F-ADD1-0DBD46113709}" destId="{E16C50E3-16F6-8940-B753-2FFC6562CC1F}" srcOrd="0" destOrd="0" presId="urn:microsoft.com/office/officeart/2005/8/layout/hierarchy3"/>
    <dgm:cxn modelId="{9DB12A8B-ADA5-DD4C-A73A-5C68BEC268DA}" type="presOf" srcId="{4FCC58B0-EF26-3449-98EA-94E541E95BF7}" destId="{529D1C15-4872-244C-A2A4-CF764C1977CA}" srcOrd="0" destOrd="0" presId="urn:microsoft.com/office/officeart/2005/8/layout/hierarchy3"/>
    <dgm:cxn modelId="{310ADCD6-78B3-2C4F-A1EC-C244024A36BF}" srcId="{E3D578E7-2CB8-5047-8DA7-1356C4EED233}" destId="{091A2294-C84D-2F4E-A443-7EF56E736D29}" srcOrd="2" destOrd="0" parTransId="{23C97642-9313-1E4E-91C6-7E5FBAD55A98}" sibTransId="{865469E5-722F-1B4D-9CFF-F203DDA1E922}"/>
    <dgm:cxn modelId="{B4D3D369-21FA-F24D-9EBC-15A5B57411D8}" type="presOf" srcId="{0E068A8D-B5D2-2A44-90BE-BF082D5C1D94}" destId="{33A5395B-DDB4-6F4D-B052-D9A7CDCE2F2B}" srcOrd="0" destOrd="0" presId="urn:microsoft.com/office/officeart/2005/8/layout/hierarchy3"/>
    <dgm:cxn modelId="{FA2B61AE-5328-2F44-B812-8EA19C2E1792}" type="presOf" srcId="{D71815D3-7A3A-B241-9C03-FD9549FE8103}" destId="{038666C3-126A-394E-A728-77298635886F}" srcOrd="0" destOrd="0" presId="urn:microsoft.com/office/officeart/2005/8/layout/hierarchy3"/>
    <dgm:cxn modelId="{8741BDE3-C55A-A542-882D-F5EEB3F22288}" type="presOf" srcId="{004F8785-42E2-DA4D-968A-D916BACC521C}" destId="{81433124-8761-3742-9BF1-C7D72CAF5F2F}" srcOrd="0" destOrd="0" presId="urn:microsoft.com/office/officeart/2005/8/layout/hierarchy3"/>
    <dgm:cxn modelId="{154672D8-C752-474E-BE68-7CE185C43A9C}" srcId="{5C978D79-A99B-8E48-A6ED-760F9D2BE2DB}" destId="{97F31923-1C83-4B4B-974E-348197CB6F35}" srcOrd="0" destOrd="0" parTransId="{4FCC58B0-EF26-3449-98EA-94E541E95BF7}" sibTransId="{79BC6862-4924-F249-918F-7F2777F52787}"/>
    <dgm:cxn modelId="{7A4CE607-D178-0C48-949A-B8D2077062C0}" type="presOf" srcId="{D59C26F1-39AA-3E44-8663-1E55EAA970B5}" destId="{9327A735-5247-F24B-9751-036BD219ABCF}" srcOrd="0" destOrd="0" presId="urn:microsoft.com/office/officeart/2005/8/layout/hierarchy3"/>
    <dgm:cxn modelId="{49D00A2E-9E1C-384C-8084-217B9EC2BDC8}" srcId="{5C978D79-A99B-8E48-A6ED-760F9D2BE2DB}" destId="{342A913F-F2B4-F148-BCB4-5A8D89ADEF44}" srcOrd="4" destOrd="0" parTransId="{55FE73F4-C1D0-C14A-B221-78AD20A8A315}" sibTransId="{78F52938-7AB7-F046-BE9B-027794213307}"/>
    <dgm:cxn modelId="{D3F05B91-6C50-484B-8286-7EA5419EB153}" type="presOf" srcId="{32AC1EA8-157A-D749-9CF8-5D7590238E2A}" destId="{2D1E5F7E-3D98-664A-8E12-8B569931AF76}" srcOrd="0" destOrd="0" presId="urn:microsoft.com/office/officeart/2005/8/layout/hierarchy3"/>
    <dgm:cxn modelId="{A743F5E1-A6A2-A54F-BFDD-1A0F0949B1B8}" type="presOf" srcId="{342A913F-F2B4-F148-BCB4-5A8D89ADEF44}" destId="{AD016AB5-EF93-614C-8EEE-8BCBF506D4CE}" srcOrd="0" destOrd="0" presId="urn:microsoft.com/office/officeart/2005/8/layout/hierarchy3"/>
    <dgm:cxn modelId="{DA78906E-9FEF-1649-B974-F10FB8B1D3FC}" srcId="{5D778553-BEBA-FC45-B6AB-945A45AEE5A7}" destId="{78C3CCA2-AFA8-F24C-8625-EE58648AB178}" srcOrd="1" destOrd="0" parTransId="{08119B07-4036-A643-8A98-1545700C1645}" sibTransId="{A6F551A8-4A0C-404B-BC85-A767B6DCCD91}"/>
    <dgm:cxn modelId="{5910BCFC-CEB3-C847-9829-19EFEB321F44}" srcId="{5D778553-BEBA-FC45-B6AB-945A45AEE5A7}" destId="{5C978D79-A99B-8E48-A6ED-760F9D2BE2DB}" srcOrd="0" destOrd="0" parTransId="{551B2285-6DF2-A943-8E75-37EDC9262D55}" sibTransId="{1C17E954-7713-AE46-A3B3-E0D9A42C100A}"/>
    <dgm:cxn modelId="{8B2FBC4F-A927-9342-A2FB-BDFC8CC6F407}" type="presOf" srcId="{BDEBC453-78C8-B244-B695-9C326A642F1F}" destId="{CDC0056C-340F-4F4A-BCF1-96432883CCAF}" srcOrd="0" destOrd="0" presId="urn:microsoft.com/office/officeart/2005/8/layout/hierarchy3"/>
    <dgm:cxn modelId="{5BD3FA30-9A12-464B-8638-F2C8BA3334CF}" srcId="{5C978D79-A99B-8E48-A6ED-760F9D2BE2DB}" destId="{F2F0ED7B-95B8-5D4F-ADD1-0DBD46113709}" srcOrd="7" destOrd="0" parTransId="{4C00836A-A295-7E4D-BCB3-77C45A438772}" sibTransId="{1FD6DBAC-54E6-7C48-A035-F25CFF089924}"/>
    <dgm:cxn modelId="{1C65C401-72D0-AC4D-8C1D-2FEF6854140B}" type="presOf" srcId="{5C978D79-A99B-8E48-A6ED-760F9D2BE2DB}" destId="{0675AEA0-99E4-EA4A-9C47-FF4A73AB2844}" srcOrd="0" destOrd="0" presId="urn:microsoft.com/office/officeart/2005/8/layout/hierarchy3"/>
    <dgm:cxn modelId="{A64BAC25-F8A6-D94A-94DA-C9E220DBF3B4}" srcId="{5D778553-BEBA-FC45-B6AB-945A45AEE5A7}" destId="{BDEBC453-78C8-B244-B695-9C326A642F1F}" srcOrd="3" destOrd="0" parTransId="{FD6E8BAD-D55A-8F4C-B393-2CE33C2E2A4E}" sibTransId="{BF486F14-1D81-A64C-A12D-77AC60BBCBCB}"/>
    <dgm:cxn modelId="{95FD6EEA-AF41-9C41-A41E-382984C58EE2}" type="presOf" srcId="{97F31923-1C83-4B4B-974E-348197CB6F35}" destId="{C0216D9D-59AC-604A-A1C2-7461D8C18526}" srcOrd="0" destOrd="0" presId="urn:microsoft.com/office/officeart/2005/8/layout/hierarchy3"/>
    <dgm:cxn modelId="{73431C53-25FF-4142-AB46-BD476E0C2483}" type="presOf" srcId="{55FE73F4-C1D0-C14A-B221-78AD20A8A315}" destId="{5F279B05-DD35-2246-A906-D0484C7FF109}" srcOrd="0" destOrd="0" presId="urn:microsoft.com/office/officeart/2005/8/layout/hierarchy3"/>
    <dgm:cxn modelId="{728FCFD6-E372-E147-89BC-4ECBEA9C83E4}" type="presOf" srcId="{5D778553-BEBA-FC45-B6AB-945A45AEE5A7}" destId="{049A8EE2-670A-EE47-AAC6-3C372EB28486}" srcOrd="0" destOrd="0" presId="urn:microsoft.com/office/officeart/2005/8/layout/hierarchy3"/>
    <dgm:cxn modelId="{5A012617-D001-3348-9EB9-7E314FA81E7A}" type="presOf" srcId="{78C3CCA2-AFA8-F24C-8625-EE58648AB178}" destId="{7B34BD47-D96A-CD45-B93B-BF006097E67A}" srcOrd="0" destOrd="0" presId="urn:microsoft.com/office/officeart/2005/8/layout/hierarchy3"/>
    <dgm:cxn modelId="{70C03CBA-F6BC-4143-AEFE-7A7E92ED2B89}" type="presOf" srcId="{B8A2B736-34A8-AA45-AF73-013D8596C0D1}" destId="{E83FEDDA-ACE0-4A49-B369-F3BC228F0E3D}" srcOrd="0" destOrd="0" presId="urn:microsoft.com/office/officeart/2005/8/layout/hierarchy3"/>
    <dgm:cxn modelId="{B6414BC0-E5DC-A74D-8D1E-28118A8D2970}" type="presOf" srcId="{CE13A765-5929-704D-BB09-566081827A13}" destId="{8920E1F9-6281-DB41-8192-50BA8BF21804}" srcOrd="0" destOrd="0" presId="urn:microsoft.com/office/officeart/2005/8/layout/hierarchy3"/>
    <dgm:cxn modelId="{3F41F719-5F84-F94E-AC7D-833D5FE54960}" type="presOf" srcId="{88438465-4DE0-CA48-8620-62CCBB334E83}" destId="{B1C19733-55DD-F649-BDDE-37639AB04999}" srcOrd="0" destOrd="0" presId="urn:microsoft.com/office/officeart/2005/8/layout/hierarchy3"/>
    <dgm:cxn modelId="{05641B9C-7EDB-854C-AE04-A4995C40435A}" srcId="{5D778553-BEBA-FC45-B6AB-945A45AEE5A7}" destId="{E3D578E7-2CB8-5047-8DA7-1356C4EED233}" srcOrd="2" destOrd="0" parTransId="{5BEA2E38-3CB2-1A45-BBFF-E6DBEEA8D21D}" sibTransId="{4D7479EC-8795-1D41-B8AB-93FDEFAE89E3}"/>
    <dgm:cxn modelId="{EFAB15E0-18A3-8942-A933-C01158A91A8B}" srcId="{5C978D79-A99B-8E48-A6ED-760F9D2BE2DB}" destId="{5858189E-9273-1040-A5D0-B77A85E49207}" srcOrd="1" destOrd="0" parTransId="{7789B344-DA5C-B843-8F1E-FCA41B2CDF73}" sibTransId="{CD7025D0-11C8-A848-8638-8C85F4E3046F}"/>
    <dgm:cxn modelId="{A51BA8C1-0358-2743-8066-9B98C4E4F094}" type="presOf" srcId="{E3D578E7-2CB8-5047-8DA7-1356C4EED233}" destId="{E499C4FE-3EFC-9A4E-893C-E3D4854902FE}" srcOrd="0" destOrd="0" presId="urn:microsoft.com/office/officeart/2005/8/layout/hierarchy3"/>
    <dgm:cxn modelId="{26139D85-945A-6749-9C60-6302B168FB11}" type="presOf" srcId="{2EA2DBF3-FBFF-194A-AAFF-794A5C20B42F}" destId="{98C610C8-2D16-6E4E-94E4-76BBEEADFCD8}" srcOrd="0" destOrd="0" presId="urn:microsoft.com/office/officeart/2005/8/layout/hierarchy3"/>
    <dgm:cxn modelId="{021970C2-3B60-5A4A-9F09-A15C71826FC9}" type="presOf" srcId="{F67EDFDE-E4E5-0D4C-ABA8-D6A32EB69DBA}" destId="{96CDF958-CDFD-8048-A98A-7006A0829B8E}" srcOrd="0" destOrd="0" presId="urn:microsoft.com/office/officeart/2005/8/layout/hierarchy3"/>
    <dgm:cxn modelId="{4AE9EA85-468A-594E-B699-41634397550B}" srcId="{5C978D79-A99B-8E48-A6ED-760F9D2BE2DB}" destId="{6BC17E95-98A9-6E4E-B6B6-297840ED1577}" srcOrd="5" destOrd="0" parTransId="{32AC1EA8-157A-D749-9CF8-5D7590238E2A}" sibTransId="{B7938E2D-8860-0A4B-9A4B-31DD0B387C23}"/>
    <dgm:cxn modelId="{526A8162-F894-C946-B645-C9C83A6D9978}" type="presOf" srcId="{5858189E-9273-1040-A5D0-B77A85E49207}" destId="{069E1C51-6E92-7042-8DCD-7F9767B6CF68}" srcOrd="0" destOrd="0" presId="urn:microsoft.com/office/officeart/2005/8/layout/hierarchy3"/>
    <dgm:cxn modelId="{40FB9718-E0DD-584D-BE03-58BD8E43C0DC}" type="presOf" srcId="{5C978D79-A99B-8E48-A6ED-760F9D2BE2DB}" destId="{EC0FA026-25F4-CD47-AB6F-A143FBFCB088}" srcOrd="1" destOrd="0" presId="urn:microsoft.com/office/officeart/2005/8/layout/hierarchy3"/>
    <dgm:cxn modelId="{CC376539-E4EA-164B-B41E-5619E51E4475}" type="presOf" srcId="{B78D2C22-0EEB-D84E-A63D-1A84E3D8F83D}" destId="{83637FEC-C7F0-714D-8DD7-BE983DCEE623}" srcOrd="0" destOrd="0" presId="urn:microsoft.com/office/officeart/2005/8/layout/hierarchy3"/>
    <dgm:cxn modelId="{3B80037C-7939-BC41-99A8-3E0429273B10}" type="presOf" srcId="{6BC17E95-98A9-6E4E-B6B6-297840ED1577}" destId="{62D216D7-9ACC-3947-8E13-243F76854B6B}" srcOrd="0" destOrd="0" presId="urn:microsoft.com/office/officeart/2005/8/layout/hierarchy3"/>
    <dgm:cxn modelId="{57C6019A-4BB9-4641-B019-3A3440C44677}" srcId="{5C978D79-A99B-8E48-A6ED-760F9D2BE2DB}" destId="{B8A2B736-34A8-AA45-AF73-013D8596C0D1}" srcOrd="3" destOrd="0" parTransId="{B1D103F8-A9E2-1A4B-BB0B-DE932D966C7E}" sibTransId="{6A0DE3D2-379B-B24B-A7A7-FC1A7AD93D02}"/>
    <dgm:cxn modelId="{7846E3FE-86D3-CA40-B22E-B1D923FB08C3}" type="presOf" srcId="{3BAC4E6E-70CE-B144-A571-F805D0B04C9D}" destId="{DC0A0BB5-B188-914C-9CD5-647F09FC29C9}" srcOrd="0" destOrd="0" presId="urn:microsoft.com/office/officeart/2005/8/layout/hierarchy3"/>
    <dgm:cxn modelId="{F1EA98FD-BE3D-3A4A-9705-27CBFC64064B}" type="presOf" srcId="{1ED1E15D-078D-C44E-B841-3BAB13127788}" destId="{1F404A13-7760-654A-A752-FD0679CABDF0}" srcOrd="0" destOrd="0" presId="urn:microsoft.com/office/officeart/2005/8/layout/hierarchy3"/>
    <dgm:cxn modelId="{CCA1508D-FC2F-3F40-9125-CAF7B274BD28}" srcId="{E3D578E7-2CB8-5047-8DA7-1356C4EED233}" destId="{88438465-4DE0-CA48-8620-62CCBB334E83}" srcOrd="6" destOrd="0" parTransId="{1ED1E15D-078D-C44E-B841-3BAB13127788}" sibTransId="{21E50D9F-C4B2-D547-B98C-380132C8A497}"/>
    <dgm:cxn modelId="{1DEF6076-0447-2447-9282-8F3C7125DD6F}" srcId="{5C978D79-A99B-8E48-A6ED-760F9D2BE2DB}" destId="{004F8785-42E2-DA4D-968A-D916BACC521C}" srcOrd="6" destOrd="0" parTransId="{3BAC4E6E-70CE-B144-A571-F805D0B04C9D}" sibTransId="{386592A6-B17B-C743-9506-8E2E95D295A5}"/>
    <dgm:cxn modelId="{010A3B2E-CD0F-6A4F-82C7-FEF03B66264C}" type="presOf" srcId="{BDEBC453-78C8-B244-B695-9C326A642F1F}" destId="{7CE3E17A-743D-D44E-8B7A-59A3D81CB400}" srcOrd="1" destOrd="0" presId="urn:microsoft.com/office/officeart/2005/8/layout/hierarchy3"/>
    <dgm:cxn modelId="{1ED8BE69-E093-6741-A940-CAF77F5AE168}" srcId="{E3D578E7-2CB8-5047-8DA7-1356C4EED233}" destId="{B78D2C22-0EEB-D84E-A63D-1A84E3D8F83D}" srcOrd="1" destOrd="0" parTransId="{CE13A765-5929-704D-BB09-566081827A13}" sibTransId="{35AEB0D3-46D3-FD4D-B899-BAFEA0AAFED2}"/>
    <dgm:cxn modelId="{74AD4A05-4C09-1A40-86AD-358A11E15419}" type="presOf" srcId="{23C97642-9313-1E4E-91C6-7E5FBAD55A98}" destId="{B7A703FF-32B5-504C-B67C-2CEE07B39D9E}" srcOrd="0" destOrd="0" presId="urn:microsoft.com/office/officeart/2005/8/layout/hierarchy3"/>
    <dgm:cxn modelId="{162937FB-3688-AD4C-AFCC-F6D08EA4F494}" srcId="{E3D578E7-2CB8-5047-8DA7-1356C4EED233}" destId="{F67EDFDE-E4E5-0D4C-ABA8-D6A32EB69DBA}" srcOrd="5" destOrd="0" parTransId="{D59C26F1-39AA-3E44-8663-1E55EAA970B5}" sibTransId="{FAB350FA-2224-004E-9832-ACF548C00F55}"/>
    <dgm:cxn modelId="{C031B5E0-E3E6-8543-A196-A80C2505E772}" srcId="{E3D578E7-2CB8-5047-8DA7-1356C4EED233}" destId="{34103B3B-17EC-0245-9F9F-844A0B9A4927}" srcOrd="3" destOrd="0" parTransId="{0E068A8D-B5D2-2A44-90BE-BF082D5C1D94}" sibTransId="{02AB3876-A023-5A4F-8313-5E19A8D53378}"/>
    <dgm:cxn modelId="{C56A2924-CB8E-D04F-BC1E-5DEFF6C51D15}" type="presOf" srcId="{D0DCC3DB-FFBD-8B49-B4D8-4E49B2E2F6E7}" destId="{CFB07405-2498-8D4F-BC60-F851EF72CE2C}" srcOrd="0" destOrd="0" presId="urn:microsoft.com/office/officeart/2005/8/layout/hierarchy3"/>
    <dgm:cxn modelId="{12856DF0-0721-EA47-8ABA-645985D6FA1F}" type="presParOf" srcId="{049A8EE2-670A-EE47-AAC6-3C372EB28486}" destId="{EB32CDFB-FF35-BE40-8ECA-29C8F5C9F907}" srcOrd="0" destOrd="0" presId="urn:microsoft.com/office/officeart/2005/8/layout/hierarchy3"/>
    <dgm:cxn modelId="{03BF1DEF-2460-C543-BAA1-B9ED130B7777}" type="presParOf" srcId="{EB32CDFB-FF35-BE40-8ECA-29C8F5C9F907}" destId="{9EC708FC-5FC6-3545-845B-C23775B8F3A9}" srcOrd="0" destOrd="0" presId="urn:microsoft.com/office/officeart/2005/8/layout/hierarchy3"/>
    <dgm:cxn modelId="{255D744E-A462-394F-93C5-C3E60E249CA9}" type="presParOf" srcId="{9EC708FC-5FC6-3545-845B-C23775B8F3A9}" destId="{0675AEA0-99E4-EA4A-9C47-FF4A73AB2844}" srcOrd="0" destOrd="0" presId="urn:microsoft.com/office/officeart/2005/8/layout/hierarchy3"/>
    <dgm:cxn modelId="{96CF7835-B59C-DD4C-B39A-5371BE6D0568}" type="presParOf" srcId="{9EC708FC-5FC6-3545-845B-C23775B8F3A9}" destId="{EC0FA026-25F4-CD47-AB6F-A143FBFCB088}" srcOrd="1" destOrd="0" presId="urn:microsoft.com/office/officeart/2005/8/layout/hierarchy3"/>
    <dgm:cxn modelId="{5BCE4A8A-3A1D-4C46-B71C-16964F43756B}" type="presParOf" srcId="{EB32CDFB-FF35-BE40-8ECA-29C8F5C9F907}" destId="{784E0EE9-0290-B84B-96A5-31F1845DE51B}" srcOrd="1" destOrd="0" presId="urn:microsoft.com/office/officeart/2005/8/layout/hierarchy3"/>
    <dgm:cxn modelId="{14ECBD05-7E0E-6547-A15E-6E17184D1796}" type="presParOf" srcId="{784E0EE9-0290-B84B-96A5-31F1845DE51B}" destId="{529D1C15-4872-244C-A2A4-CF764C1977CA}" srcOrd="0" destOrd="0" presId="urn:microsoft.com/office/officeart/2005/8/layout/hierarchy3"/>
    <dgm:cxn modelId="{134CEAEA-7431-434A-A163-CBEF495354D7}" type="presParOf" srcId="{784E0EE9-0290-B84B-96A5-31F1845DE51B}" destId="{C0216D9D-59AC-604A-A1C2-7461D8C18526}" srcOrd="1" destOrd="0" presId="urn:microsoft.com/office/officeart/2005/8/layout/hierarchy3"/>
    <dgm:cxn modelId="{5AF1868B-188A-D247-A192-B5E91FA36488}" type="presParOf" srcId="{784E0EE9-0290-B84B-96A5-31F1845DE51B}" destId="{6A11B343-3AA4-F84C-81CF-580C90A83A8A}" srcOrd="2" destOrd="0" presId="urn:microsoft.com/office/officeart/2005/8/layout/hierarchy3"/>
    <dgm:cxn modelId="{0A2EFDF5-319C-C64E-95E7-21A01000E197}" type="presParOf" srcId="{784E0EE9-0290-B84B-96A5-31F1845DE51B}" destId="{069E1C51-6E92-7042-8DCD-7F9767B6CF68}" srcOrd="3" destOrd="0" presId="urn:microsoft.com/office/officeart/2005/8/layout/hierarchy3"/>
    <dgm:cxn modelId="{6172A8E6-F30F-8942-B5B6-54BB6FDBBADF}" type="presParOf" srcId="{784E0EE9-0290-B84B-96A5-31F1845DE51B}" destId="{59654C8F-468B-0449-9256-0399C8F34C4C}" srcOrd="4" destOrd="0" presId="urn:microsoft.com/office/officeart/2005/8/layout/hierarchy3"/>
    <dgm:cxn modelId="{FBF3B287-65E7-E84C-A9C8-06AB5AE09232}" type="presParOf" srcId="{784E0EE9-0290-B84B-96A5-31F1845DE51B}" destId="{6C8A695A-708C-484F-AE57-4863E7F91BA0}" srcOrd="5" destOrd="0" presId="urn:microsoft.com/office/officeart/2005/8/layout/hierarchy3"/>
    <dgm:cxn modelId="{6789E625-3F19-3144-951E-794F31F80B42}" type="presParOf" srcId="{784E0EE9-0290-B84B-96A5-31F1845DE51B}" destId="{A0FE27EE-2148-DB4D-9836-5471CEAB5540}" srcOrd="6" destOrd="0" presId="urn:microsoft.com/office/officeart/2005/8/layout/hierarchy3"/>
    <dgm:cxn modelId="{A9EBF906-E15F-4941-BA32-756CB2C68B92}" type="presParOf" srcId="{784E0EE9-0290-B84B-96A5-31F1845DE51B}" destId="{E83FEDDA-ACE0-4A49-B369-F3BC228F0E3D}" srcOrd="7" destOrd="0" presId="urn:microsoft.com/office/officeart/2005/8/layout/hierarchy3"/>
    <dgm:cxn modelId="{E3D2C7AB-E52A-7048-9F43-070D5ED4459F}" type="presParOf" srcId="{784E0EE9-0290-B84B-96A5-31F1845DE51B}" destId="{5F279B05-DD35-2246-A906-D0484C7FF109}" srcOrd="8" destOrd="0" presId="urn:microsoft.com/office/officeart/2005/8/layout/hierarchy3"/>
    <dgm:cxn modelId="{AC31A31F-2604-844A-8F41-CCB96F698AAF}" type="presParOf" srcId="{784E0EE9-0290-B84B-96A5-31F1845DE51B}" destId="{AD016AB5-EF93-614C-8EEE-8BCBF506D4CE}" srcOrd="9" destOrd="0" presId="urn:microsoft.com/office/officeart/2005/8/layout/hierarchy3"/>
    <dgm:cxn modelId="{5C7F7B51-ACE8-5B49-828D-D98BB8F4263A}" type="presParOf" srcId="{784E0EE9-0290-B84B-96A5-31F1845DE51B}" destId="{2D1E5F7E-3D98-664A-8E12-8B569931AF76}" srcOrd="10" destOrd="0" presId="urn:microsoft.com/office/officeart/2005/8/layout/hierarchy3"/>
    <dgm:cxn modelId="{5DE55922-4DF1-2044-B994-4B5707A344D1}" type="presParOf" srcId="{784E0EE9-0290-B84B-96A5-31F1845DE51B}" destId="{62D216D7-9ACC-3947-8E13-243F76854B6B}" srcOrd="11" destOrd="0" presId="urn:microsoft.com/office/officeart/2005/8/layout/hierarchy3"/>
    <dgm:cxn modelId="{44C1BC21-8E10-3242-BD93-F9D9B884A862}" type="presParOf" srcId="{784E0EE9-0290-B84B-96A5-31F1845DE51B}" destId="{DC0A0BB5-B188-914C-9CD5-647F09FC29C9}" srcOrd="12" destOrd="0" presId="urn:microsoft.com/office/officeart/2005/8/layout/hierarchy3"/>
    <dgm:cxn modelId="{15833807-4504-F54F-83B6-E629C376EE94}" type="presParOf" srcId="{784E0EE9-0290-B84B-96A5-31F1845DE51B}" destId="{81433124-8761-3742-9BF1-C7D72CAF5F2F}" srcOrd="13" destOrd="0" presId="urn:microsoft.com/office/officeart/2005/8/layout/hierarchy3"/>
    <dgm:cxn modelId="{D015F23A-4E6E-C343-977D-6FC63C276FA3}" type="presParOf" srcId="{784E0EE9-0290-B84B-96A5-31F1845DE51B}" destId="{33970F6F-1803-CE48-B14C-F1A62448B7B1}" srcOrd="14" destOrd="0" presId="urn:microsoft.com/office/officeart/2005/8/layout/hierarchy3"/>
    <dgm:cxn modelId="{7746137F-04E2-3F4A-BEFA-67AA2F69CD87}" type="presParOf" srcId="{784E0EE9-0290-B84B-96A5-31F1845DE51B}" destId="{E16C50E3-16F6-8940-B753-2FFC6562CC1F}" srcOrd="15" destOrd="0" presId="urn:microsoft.com/office/officeart/2005/8/layout/hierarchy3"/>
    <dgm:cxn modelId="{E0A4B952-722A-6B48-8474-BB1C49D835F1}" type="presParOf" srcId="{049A8EE2-670A-EE47-AAC6-3C372EB28486}" destId="{81B5C8D6-B48A-1C4D-9306-AA15FE51A401}" srcOrd="1" destOrd="0" presId="urn:microsoft.com/office/officeart/2005/8/layout/hierarchy3"/>
    <dgm:cxn modelId="{9AC4685A-1476-824B-875E-470B0083AF4F}" type="presParOf" srcId="{81B5C8D6-B48A-1C4D-9306-AA15FE51A401}" destId="{934E952A-1CCB-3741-8384-FDA3E8AD6946}" srcOrd="0" destOrd="0" presId="urn:microsoft.com/office/officeart/2005/8/layout/hierarchy3"/>
    <dgm:cxn modelId="{9DF4A614-D9D0-1D4F-9D78-57B5B4D688DD}" type="presParOf" srcId="{934E952A-1CCB-3741-8384-FDA3E8AD6946}" destId="{7B34BD47-D96A-CD45-B93B-BF006097E67A}" srcOrd="0" destOrd="0" presId="urn:microsoft.com/office/officeart/2005/8/layout/hierarchy3"/>
    <dgm:cxn modelId="{A2408DC7-A0CD-3E4C-A7CF-9609028548F7}" type="presParOf" srcId="{934E952A-1CCB-3741-8384-FDA3E8AD6946}" destId="{64EE88E8-D4BB-5B46-9F46-8BC9D4D9C9C0}" srcOrd="1" destOrd="0" presId="urn:microsoft.com/office/officeart/2005/8/layout/hierarchy3"/>
    <dgm:cxn modelId="{D6A268CF-CC05-E647-8D37-362DD8D36E1D}" type="presParOf" srcId="{81B5C8D6-B48A-1C4D-9306-AA15FE51A401}" destId="{D8B07D32-1067-2B4A-BB03-9293F1EB8A5A}" srcOrd="1" destOrd="0" presId="urn:microsoft.com/office/officeart/2005/8/layout/hierarchy3"/>
    <dgm:cxn modelId="{796E6416-8964-A040-B0F6-9688A79ED996}" type="presParOf" srcId="{049A8EE2-670A-EE47-AAC6-3C372EB28486}" destId="{CA437685-B4A6-2C4A-832B-68A65AF4180E}" srcOrd="2" destOrd="0" presId="urn:microsoft.com/office/officeart/2005/8/layout/hierarchy3"/>
    <dgm:cxn modelId="{AE8871DF-A282-FC4F-B20D-1083CDAE8136}" type="presParOf" srcId="{CA437685-B4A6-2C4A-832B-68A65AF4180E}" destId="{B7E72C62-C697-8C43-97C3-C0990ACC459D}" srcOrd="0" destOrd="0" presId="urn:microsoft.com/office/officeart/2005/8/layout/hierarchy3"/>
    <dgm:cxn modelId="{0F910680-D3A7-1744-B5F4-8917A4505E08}" type="presParOf" srcId="{B7E72C62-C697-8C43-97C3-C0990ACC459D}" destId="{E499C4FE-3EFC-9A4E-893C-E3D4854902FE}" srcOrd="0" destOrd="0" presId="urn:microsoft.com/office/officeart/2005/8/layout/hierarchy3"/>
    <dgm:cxn modelId="{2D17319E-BCF1-0A45-96BB-B5D9333054A8}" type="presParOf" srcId="{B7E72C62-C697-8C43-97C3-C0990ACC459D}" destId="{C20EDACC-38C4-4D41-8953-D6B5A35578D0}" srcOrd="1" destOrd="0" presId="urn:microsoft.com/office/officeart/2005/8/layout/hierarchy3"/>
    <dgm:cxn modelId="{3B42F10F-5680-4C4F-91ED-433ECDD60C66}" type="presParOf" srcId="{CA437685-B4A6-2C4A-832B-68A65AF4180E}" destId="{3B729CA5-17F4-7641-A709-D74C79219F01}" srcOrd="1" destOrd="0" presId="urn:microsoft.com/office/officeart/2005/8/layout/hierarchy3"/>
    <dgm:cxn modelId="{5FC9199B-1BB0-3943-865C-D46FC2A163E9}" type="presParOf" srcId="{3B729CA5-17F4-7641-A709-D74C79219F01}" destId="{98C610C8-2D16-6E4E-94E4-76BBEEADFCD8}" srcOrd="0" destOrd="0" presId="urn:microsoft.com/office/officeart/2005/8/layout/hierarchy3"/>
    <dgm:cxn modelId="{F83B1775-E302-8643-8D8C-C58EB4E33611}" type="presParOf" srcId="{3B729CA5-17F4-7641-A709-D74C79219F01}" destId="{038666C3-126A-394E-A728-77298635886F}" srcOrd="1" destOrd="0" presId="urn:microsoft.com/office/officeart/2005/8/layout/hierarchy3"/>
    <dgm:cxn modelId="{55ADE4D0-B745-7C4A-A2E9-ED80CC630C7A}" type="presParOf" srcId="{3B729CA5-17F4-7641-A709-D74C79219F01}" destId="{8920E1F9-6281-DB41-8192-50BA8BF21804}" srcOrd="2" destOrd="0" presId="urn:microsoft.com/office/officeart/2005/8/layout/hierarchy3"/>
    <dgm:cxn modelId="{6AA1FF5F-E8CE-7B4F-BDF3-6C3BB1F5B33B}" type="presParOf" srcId="{3B729CA5-17F4-7641-A709-D74C79219F01}" destId="{83637FEC-C7F0-714D-8DD7-BE983DCEE623}" srcOrd="3" destOrd="0" presId="urn:microsoft.com/office/officeart/2005/8/layout/hierarchy3"/>
    <dgm:cxn modelId="{95D9B408-42C5-E94A-A617-877070DC92AA}" type="presParOf" srcId="{3B729CA5-17F4-7641-A709-D74C79219F01}" destId="{B7A703FF-32B5-504C-B67C-2CEE07B39D9E}" srcOrd="4" destOrd="0" presId="urn:microsoft.com/office/officeart/2005/8/layout/hierarchy3"/>
    <dgm:cxn modelId="{1C5130BE-56A7-A847-85A0-4369FB6EF1A6}" type="presParOf" srcId="{3B729CA5-17F4-7641-A709-D74C79219F01}" destId="{D383467B-B9E0-D346-B18E-BC030AD96149}" srcOrd="5" destOrd="0" presId="urn:microsoft.com/office/officeart/2005/8/layout/hierarchy3"/>
    <dgm:cxn modelId="{90DBD293-546D-9E47-88CC-14BE3F885CC4}" type="presParOf" srcId="{3B729CA5-17F4-7641-A709-D74C79219F01}" destId="{33A5395B-DDB4-6F4D-B052-D9A7CDCE2F2B}" srcOrd="6" destOrd="0" presId="urn:microsoft.com/office/officeart/2005/8/layout/hierarchy3"/>
    <dgm:cxn modelId="{22CA5363-1CDA-CA41-9935-5DADA50F6D72}" type="presParOf" srcId="{3B729CA5-17F4-7641-A709-D74C79219F01}" destId="{3B5580C4-E8A3-FC47-8E07-7D5A035E59DA}" srcOrd="7" destOrd="0" presId="urn:microsoft.com/office/officeart/2005/8/layout/hierarchy3"/>
    <dgm:cxn modelId="{2B67F312-07E9-9B41-A419-B0C1EBDDCC10}" type="presParOf" srcId="{3B729CA5-17F4-7641-A709-D74C79219F01}" destId="{CFB07405-2498-8D4F-BC60-F851EF72CE2C}" srcOrd="8" destOrd="0" presId="urn:microsoft.com/office/officeart/2005/8/layout/hierarchy3"/>
    <dgm:cxn modelId="{21BCC84D-38DB-BF46-BFB2-47A136D1AEE9}" type="presParOf" srcId="{3B729CA5-17F4-7641-A709-D74C79219F01}" destId="{5C370B70-0967-6843-9C2A-77C854B36F7C}" srcOrd="9" destOrd="0" presId="urn:microsoft.com/office/officeart/2005/8/layout/hierarchy3"/>
    <dgm:cxn modelId="{4D46AA3E-123B-2A42-A57F-0AAC57382D38}" type="presParOf" srcId="{3B729CA5-17F4-7641-A709-D74C79219F01}" destId="{9327A735-5247-F24B-9751-036BD219ABCF}" srcOrd="10" destOrd="0" presId="urn:microsoft.com/office/officeart/2005/8/layout/hierarchy3"/>
    <dgm:cxn modelId="{3B36196B-1DF1-EC40-AE90-46B1B2EF5F7D}" type="presParOf" srcId="{3B729CA5-17F4-7641-A709-D74C79219F01}" destId="{96CDF958-CDFD-8048-A98A-7006A0829B8E}" srcOrd="11" destOrd="0" presId="urn:microsoft.com/office/officeart/2005/8/layout/hierarchy3"/>
    <dgm:cxn modelId="{08D4D11F-B34D-BE48-A595-B673E1ECFDF0}" type="presParOf" srcId="{3B729CA5-17F4-7641-A709-D74C79219F01}" destId="{1F404A13-7760-654A-A752-FD0679CABDF0}" srcOrd="12" destOrd="0" presId="urn:microsoft.com/office/officeart/2005/8/layout/hierarchy3"/>
    <dgm:cxn modelId="{4658F5E7-CEF9-894A-B40E-2245A736968E}" type="presParOf" srcId="{3B729CA5-17F4-7641-A709-D74C79219F01}" destId="{B1C19733-55DD-F649-BDDE-37639AB04999}" srcOrd="13" destOrd="0" presId="urn:microsoft.com/office/officeart/2005/8/layout/hierarchy3"/>
    <dgm:cxn modelId="{D6CD131B-48F1-F145-BB80-D29505CF7DE4}" type="presParOf" srcId="{049A8EE2-670A-EE47-AAC6-3C372EB28486}" destId="{E4D897C6-057A-C841-8C4B-F9072080B4C8}" srcOrd="3" destOrd="0" presId="urn:microsoft.com/office/officeart/2005/8/layout/hierarchy3"/>
    <dgm:cxn modelId="{BA961B29-AECE-AA49-9ADD-91E01A71B0C2}" type="presParOf" srcId="{E4D897C6-057A-C841-8C4B-F9072080B4C8}" destId="{CBE51564-0A65-214A-86AF-D99A840AB6F6}" srcOrd="0" destOrd="0" presId="urn:microsoft.com/office/officeart/2005/8/layout/hierarchy3"/>
    <dgm:cxn modelId="{0ED3BFB3-722F-584A-82D3-2FB6B42B469B}" type="presParOf" srcId="{CBE51564-0A65-214A-86AF-D99A840AB6F6}" destId="{CDC0056C-340F-4F4A-BCF1-96432883CCAF}" srcOrd="0" destOrd="0" presId="urn:microsoft.com/office/officeart/2005/8/layout/hierarchy3"/>
    <dgm:cxn modelId="{5BA0D3B8-0968-C247-A12C-9C60A55609E5}" type="presParOf" srcId="{CBE51564-0A65-214A-86AF-D99A840AB6F6}" destId="{7CE3E17A-743D-D44E-8B7A-59A3D81CB400}" srcOrd="1" destOrd="0" presId="urn:microsoft.com/office/officeart/2005/8/layout/hierarchy3"/>
    <dgm:cxn modelId="{2017AFC4-0F01-B748-BC29-9F1C3452121B}" type="presParOf" srcId="{E4D897C6-057A-C841-8C4B-F9072080B4C8}" destId="{0AE1723F-2A09-834A-9C17-08AE2B37BFB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3A593-F204-B741-93D2-50367F92B051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B7D513C-CCDA-7441-B4EF-6B0CB97EB4E8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Value</a:t>
          </a:r>
          <a:endParaRPr lang="en-US" sz="3500" kern="1200" dirty="0"/>
        </a:p>
      </dsp:txBody>
      <dsp:txXfrm>
        <a:off x="2367950" y="516132"/>
        <a:ext cx="1592793" cy="1592793"/>
      </dsp:txXfrm>
    </dsp:sp>
    <dsp:sp modelId="{92B17DA8-9131-AB43-B1B1-DEE4AB6C3D23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Service</a:t>
          </a:r>
          <a:endParaRPr lang="en-US" sz="3500" kern="1200" dirty="0"/>
        </a:p>
      </dsp:txBody>
      <dsp:txXfrm>
        <a:off x="4268855" y="516132"/>
        <a:ext cx="1592793" cy="1592793"/>
      </dsp:txXfrm>
    </dsp:sp>
    <dsp:sp modelId="{001771FA-3015-2A48-8C1C-8DAF299DF40D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Quality</a:t>
          </a:r>
          <a:endParaRPr lang="en-US" sz="3500" kern="1200" dirty="0"/>
        </a:p>
      </dsp:txBody>
      <dsp:txXfrm>
        <a:off x="2367950" y="2417036"/>
        <a:ext cx="1592793" cy="1592793"/>
      </dsp:txXfrm>
    </dsp:sp>
    <dsp:sp modelId="{CF530AAC-1673-3E49-BC7C-220819C51835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Team</a:t>
          </a:r>
          <a:endParaRPr lang="en-US" sz="3500" kern="1200" dirty="0"/>
        </a:p>
      </dsp:txBody>
      <dsp:txXfrm>
        <a:off x="4268855" y="2417036"/>
        <a:ext cx="1592793" cy="15927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49FC9-EC13-3B40-A768-13CB44D144AC}">
      <dsp:nvSpPr>
        <dsp:cNvPr id="0" name=""/>
        <dsp:cNvSpPr/>
      </dsp:nvSpPr>
      <dsp:spPr>
        <a:xfrm>
          <a:off x="272863" y="0"/>
          <a:ext cx="7423591" cy="4803552"/>
        </a:xfrm>
        <a:prstGeom prst="roundRect">
          <a:avLst/>
        </a:prstGeom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BCA77-F758-124B-99A8-BB13AFFD182E}">
      <dsp:nvSpPr>
        <dsp:cNvPr id="0" name=""/>
        <dsp:cNvSpPr/>
      </dsp:nvSpPr>
      <dsp:spPr>
        <a:xfrm>
          <a:off x="2162597" y="4547673"/>
          <a:ext cx="4133004" cy="759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0" numCol="1" spcCol="1270" anchor="t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Hex Bolts</a:t>
          </a:r>
        </a:p>
      </dsp:txBody>
      <dsp:txXfrm>
        <a:off x="2162597" y="4547673"/>
        <a:ext cx="4133004" cy="7599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E18B26-F15F-0B4F-9C1C-F4FEE6CD9A1F}">
      <dsp:nvSpPr>
        <dsp:cNvPr id="0" name=""/>
        <dsp:cNvSpPr/>
      </dsp:nvSpPr>
      <dsp:spPr>
        <a:xfrm>
          <a:off x="3" y="38995"/>
          <a:ext cx="4399871" cy="2807379"/>
        </a:xfrm>
        <a:prstGeom prst="roundRect">
          <a:avLst/>
        </a:prstGeom>
        <a:blipFill dpi="0"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8636E-1CB3-F947-A624-B6E11738B607}">
      <dsp:nvSpPr>
        <dsp:cNvPr id="0" name=""/>
        <dsp:cNvSpPr/>
      </dsp:nvSpPr>
      <dsp:spPr>
        <a:xfrm>
          <a:off x="838209" y="2858397"/>
          <a:ext cx="2003575" cy="74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Banjo Bolts</a:t>
          </a:r>
        </a:p>
      </dsp:txBody>
      <dsp:txXfrm>
        <a:off x="838209" y="2858397"/>
        <a:ext cx="2003575" cy="743326"/>
      </dsp:txXfrm>
    </dsp:sp>
    <dsp:sp modelId="{0D4DA241-08F0-B741-9A3E-1AD064296BDA}">
      <dsp:nvSpPr>
        <dsp:cNvPr id="0" name=""/>
        <dsp:cNvSpPr/>
      </dsp:nvSpPr>
      <dsp:spPr>
        <a:xfrm>
          <a:off x="4495809" y="0"/>
          <a:ext cx="3926907" cy="2686450"/>
        </a:xfrm>
        <a:prstGeom prst="roundRect">
          <a:avLst/>
        </a:prstGeom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446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DE1B9-96EC-F34F-97B0-3044B32D2E9B}">
      <dsp:nvSpPr>
        <dsp:cNvPr id="0" name=""/>
        <dsp:cNvSpPr/>
      </dsp:nvSpPr>
      <dsp:spPr>
        <a:xfrm>
          <a:off x="5410191" y="2705999"/>
          <a:ext cx="2003575" cy="74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Rocker Arm Bolts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5410191" y="2705999"/>
        <a:ext cx="2003575" cy="743326"/>
      </dsp:txXfrm>
    </dsp:sp>
    <dsp:sp modelId="{17BEAF1F-FD0C-6449-A32E-F51F7AD63037}">
      <dsp:nvSpPr>
        <dsp:cNvPr id="0" name=""/>
        <dsp:cNvSpPr/>
      </dsp:nvSpPr>
      <dsp:spPr>
        <a:xfrm>
          <a:off x="0" y="3544204"/>
          <a:ext cx="3058537" cy="2216775"/>
        </a:xfrm>
        <a:prstGeom prst="roundRect">
          <a:avLst/>
        </a:prstGeom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2BFBC-E11E-E648-956C-113C4D738ED9}">
      <dsp:nvSpPr>
        <dsp:cNvPr id="0" name=""/>
        <dsp:cNvSpPr/>
      </dsp:nvSpPr>
      <dsp:spPr>
        <a:xfrm>
          <a:off x="0" y="5700290"/>
          <a:ext cx="2265522" cy="776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Pivot Bolts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0" y="5700290"/>
        <a:ext cx="2265522" cy="776709"/>
      </dsp:txXfrm>
    </dsp:sp>
    <dsp:sp modelId="{CF02E994-AD3E-6E49-827B-7834BF0B1156}">
      <dsp:nvSpPr>
        <dsp:cNvPr id="0" name=""/>
        <dsp:cNvSpPr/>
      </dsp:nvSpPr>
      <dsp:spPr>
        <a:xfrm>
          <a:off x="3124200" y="3696594"/>
          <a:ext cx="2686874" cy="1976381"/>
        </a:xfrm>
        <a:prstGeom prst="roundRect">
          <a:avLst/>
        </a:prstGeom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1C84D-3155-C348-9962-A1A80A417740}">
      <dsp:nvSpPr>
        <dsp:cNvPr id="0" name=""/>
        <dsp:cNvSpPr/>
      </dsp:nvSpPr>
      <dsp:spPr>
        <a:xfrm>
          <a:off x="3429004" y="5601598"/>
          <a:ext cx="2003575" cy="74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U Bolts</a:t>
          </a:r>
          <a:endParaRPr lang="en-US" sz="1800" kern="1200" dirty="0"/>
        </a:p>
      </dsp:txBody>
      <dsp:txXfrm>
        <a:off x="3429004" y="5601598"/>
        <a:ext cx="2003575" cy="743326"/>
      </dsp:txXfrm>
    </dsp:sp>
    <dsp:sp modelId="{60558ED1-DF43-3A49-A98A-A823DC950E4D}">
      <dsp:nvSpPr>
        <dsp:cNvPr id="0" name=""/>
        <dsp:cNvSpPr/>
      </dsp:nvSpPr>
      <dsp:spPr>
        <a:xfrm>
          <a:off x="5943595" y="3544191"/>
          <a:ext cx="2338252" cy="2131048"/>
        </a:xfrm>
        <a:prstGeom prst="roundRect">
          <a:avLst/>
        </a:prstGeom>
        <a:blipFill dpi="0"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399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FAB0F-5CAF-0D43-96A6-EEBC9EFBB782}">
      <dsp:nvSpPr>
        <dsp:cNvPr id="0" name=""/>
        <dsp:cNvSpPr/>
      </dsp:nvSpPr>
      <dsp:spPr>
        <a:xfrm>
          <a:off x="6172203" y="5601597"/>
          <a:ext cx="2003575" cy="74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Position Screws</a:t>
          </a:r>
        </a:p>
      </dsp:txBody>
      <dsp:txXfrm>
        <a:off x="6172203" y="5601597"/>
        <a:ext cx="2003575" cy="7433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71F8E-FD18-B145-8A11-9521649503D5}">
      <dsp:nvSpPr>
        <dsp:cNvPr id="0" name=""/>
        <dsp:cNvSpPr/>
      </dsp:nvSpPr>
      <dsp:spPr>
        <a:xfrm>
          <a:off x="454910" y="271445"/>
          <a:ext cx="3259500" cy="2139511"/>
        </a:xfrm>
        <a:prstGeom prst="roundRect">
          <a:avLst/>
        </a:prstGeom>
        <a:blipFill dpi="0"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EBFF3-76AC-4E4D-82A3-2652030EAF0A}">
      <dsp:nvSpPr>
        <dsp:cNvPr id="0" name=""/>
        <dsp:cNvSpPr/>
      </dsp:nvSpPr>
      <dsp:spPr>
        <a:xfrm>
          <a:off x="419768" y="1992631"/>
          <a:ext cx="3256762" cy="97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Eccentric Bolt</a:t>
          </a:r>
          <a:endParaRPr lang="en-US" sz="1900" kern="1200" dirty="0"/>
        </a:p>
      </dsp:txBody>
      <dsp:txXfrm>
        <a:off x="419768" y="1992631"/>
        <a:ext cx="3256762" cy="976615"/>
      </dsp:txXfrm>
    </dsp:sp>
    <dsp:sp modelId="{19ED2C55-79F2-8D4F-AEC4-FC39B05D3549}">
      <dsp:nvSpPr>
        <dsp:cNvPr id="0" name=""/>
        <dsp:cNvSpPr/>
      </dsp:nvSpPr>
      <dsp:spPr>
        <a:xfrm>
          <a:off x="302527" y="2938452"/>
          <a:ext cx="3797875" cy="2892819"/>
        </a:xfrm>
        <a:prstGeom prst="roundRect">
          <a:avLst/>
        </a:prstGeom>
        <a:blipFill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A7CB3-ED38-2D4C-8C53-B6805CDF6DA7}">
      <dsp:nvSpPr>
        <dsp:cNvPr id="0" name=""/>
        <dsp:cNvSpPr/>
      </dsp:nvSpPr>
      <dsp:spPr>
        <a:xfrm>
          <a:off x="359571" y="5877212"/>
          <a:ext cx="3097345" cy="778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Flange Bolts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 dirty="0"/>
        </a:p>
      </dsp:txBody>
      <dsp:txXfrm>
        <a:off x="359571" y="5877212"/>
        <a:ext cx="3097345" cy="778616"/>
      </dsp:txXfrm>
    </dsp:sp>
    <dsp:sp modelId="{2ED02CCC-E3C6-A94A-B35C-C1BAE30831EB}">
      <dsp:nvSpPr>
        <dsp:cNvPr id="0" name=""/>
        <dsp:cNvSpPr/>
      </dsp:nvSpPr>
      <dsp:spPr>
        <a:xfrm>
          <a:off x="4918030" y="0"/>
          <a:ext cx="3491939" cy="2530530"/>
        </a:xfrm>
        <a:prstGeom prst="roundRect">
          <a:avLst/>
        </a:prstGeom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69850-E7C7-844C-8977-EE2093CCB29E}">
      <dsp:nvSpPr>
        <dsp:cNvPr id="0" name=""/>
        <dsp:cNvSpPr/>
      </dsp:nvSpPr>
      <dsp:spPr>
        <a:xfrm>
          <a:off x="5251119" y="2056321"/>
          <a:ext cx="2632386" cy="97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Weld screws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 dirty="0"/>
        </a:p>
      </dsp:txBody>
      <dsp:txXfrm>
        <a:off x="5251119" y="2056321"/>
        <a:ext cx="2632386" cy="976615"/>
      </dsp:txXfrm>
    </dsp:sp>
    <dsp:sp modelId="{24A4BC15-765B-9243-B186-324E8D03C67E}">
      <dsp:nvSpPr>
        <dsp:cNvPr id="0" name=""/>
        <dsp:cNvSpPr/>
      </dsp:nvSpPr>
      <dsp:spPr>
        <a:xfrm>
          <a:off x="4975811" y="3241252"/>
          <a:ext cx="3751361" cy="2714404"/>
        </a:xfrm>
        <a:prstGeom prst="roundRect">
          <a:avLst/>
        </a:prstGeom>
        <a:blipFill dpi="0" rotWithShape="1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D326E-12DB-EF44-BC82-83DF0AF3BDB2}">
      <dsp:nvSpPr>
        <dsp:cNvPr id="0" name=""/>
        <dsp:cNvSpPr/>
      </dsp:nvSpPr>
      <dsp:spPr>
        <a:xfrm>
          <a:off x="5822405" y="5839105"/>
          <a:ext cx="2484736" cy="816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Gear Bolt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 dirty="0"/>
        </a:p>
      </dsp:txBody>
      <dsp:txXfrm>
        <a:off x="5822405" y="5839105"/>
        <a:ext cx="2484736" cy="8167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0B758-84A1-F740-97B1-06FAA4DAD5D9}">
      <dsp:nvSpPr>
        <dsp:cNvPr id="0" name=""/>
        <dsp:cNvSpPr/>
      </dsp:nvSpPr>
      <dsp:spPr>
        <a:xfrm>
          <a:off x="2074" y="828678"/>
          <a:ext cx="1724117" cy="1714817"/>
        </a:xfrm>
        <a:prstGeom prst="roundRect">
          <a:avLst/>
        </a:prstGeom>
        <a:blipFill dpi="0"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F7A66B-0E79-A248-AC83-6127860D9254}">
      <dsp:nvSpPr>
        <dsp:cNvPr id="0" name=""/>
        <dsp:cNvSpPr/>
      </dsp:nvSpPr>
      <dsp:spPr>
        <a:xfrm>
          <a:off x="174690" y="2599681"/>
          <a:ext cx="1380210" cy="512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Carriage Bolt</a:t>
          </a:r>
          <a:endParaRPr lang="en-US" sz="2000" kern="1200" dirty="0"/>
        </a:p>
      </dsp:txBody>
      <dsp:txXfrm>
        <a:off x="174690" y="2599681"/>
        <a:ext cx="1380210" cy="512057"/>
      </dsp:txXfrm>
    </dsp:sp>
    <dsp:sp modelId="{A552B258-615E-3947-A0A0-0E4BB60DDA3E}">
      <dsp:nvSpPr>
        <dsp:cNvPr id="0" name=""/>
        <dsp:cNvSpPr/>
      </dsp:nvSpPr>
      <dsp:spPr>
        <a:xfrm>
          <a:off x="2743202" y="4038598"/>
          <a:ext cx="2686910" cy="1758809"/>
        </a:xfrm>
        <a:prstGeom prst="roundRect">
          <a:avLst/>
        </a:prstGeom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8624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66FBF-7152-BB4D-BB4F-AF5BE1430BCD}">
      <dsp:nvSpPr>
        <dsp:cNvPr id="0" name=""/>
        <dsp:cNvSpPr/>
      </dsp:nvSpPr>
      <dsp:spPr>
        <a:xfrm>
          <a:off x="3580755" y="6019802"/>
          <a:ext cx="1533910" cy="512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Wheel Bolt</a:t>
          </a:r>
          <a:endParaRPr lang="en-US" sz="2000" kern="1200" dirty="0"/>
        </a:p>
      </dsp:txBody>
      <dsp:txXfrm>
        <a:off x="3580755" y="6019802"/>
        <a:ext cx="1533910" cy="512057"/>
      </dsp:txXfrm>
    </dsp:sp>
    <dsp:sp modelId="{188E4777-D2A1-E240-B1C5-3687E131B5D8}">
      <dsp:nvSpPr>
        <dsp:cNvPr id="0" name=""/>
        <dsp:cNvSpPr/>
      </dsp:nvSpPr>
      <dsp:spPr>
        <a:xfrm>
          <a:off x="4698318" y="729517"/>
          <a:ext cx="4293281" cy="2768610"/>
        </a:xfrm>
        <a:prstGeom prst="roundRect">
          <a:avLst/>
        </a:prstGeom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98110-07F9-174D-955D-C66F64EFB94C}">
      <dsp:nvSpPr>
        <dsp:cNvPr id="0" name=""/>
        <dsp:cNvSpPr/>
      </dsp:nvSpPr>
      <dsp:spPr>
        <a:xfrm>
          <a:off x="6184841" y="3429177"/>
          <a:ext cx="1380210" cy="337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 head Bolts</a:t>
          </a:r>
          <a:endParaRPr lang="en-US" sz="2000" kern="1200" dirty="0"/>
        </a:p>
      </dsp:txBody>
      <dsp:txXfrm>
        <a:off x="6184841" y="3429177"/>
        <a:ext cx="1380210" cy="337825"/>
      </dsp:txXfrm>
    </dsp:sp>
    <dsp:sp modelId="{02900C82-804C-464D-B4E1-4F91941E18FC}">
      <dsp:nvSpPr>
        <dsp:cNvPr id="0" name=""/>
        <dsp:cNvSpPr/>
      </dsp:nvSpPr>
      <dsp:spPr>
        <a:xfrm>
          <a:off x="79504" y="3870229"/>
          <a:ext cx="2393298" cy="1961279"/>
        </a:xfrm>
        <a:prstGeom prst="roundRect">
          <a:avLst/>
        </a:prstGeom>
        <a:blipFill dpi="0" rotWithShape="1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C6C4C-1455-7E40-AA6B-2CFF91192641}">
      <dsp:nvSpPr>
        <dsp:cNvPr id="0" name=""/>
        <dsp:cNvSpPr/>
      </dsp:nvSpPr>
      <dsp:spPr>
        <a:xfrm>
          <a:off x="430843" y="6054715"/>
          <a:ext cx="1380210" cy="512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Wheel Bolt</a:t>
          </a:r>
          <a:endParaRPr lang="en-US" sz="2000" kern="1200" dirty="0"/>
        </a:p>
      </dsp:txBody>
      <dsp:txXfrm>
        <a:off x="430843" y="6054715"/>
        <a:ext cx="1380210" cy="512057"/>
      </dsp:txXfrm>
    </dsp:sp>
    <dsp:sp modelId="{34D9C27F-B902-6C45-A783-65C99FD7F05E}">
      <dsp:nvSpPr>
        <dsp:cNvPr id="0" name=""/>
        <dsp:cNvSpPr/>
      </dsp:nvSpPr>
      <dsp:spPr>
        <a:xfrm>
          <a:off x="2894845" y="1208687"/>
          <a:ext cx="1793334" cy="1215760"/>
        </a:xfrm>
        <a:prstGeom prst="roundRect">
          <a:avLst/>
        </a:prstGeom>
        <a:blipFill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A13A3-5B08-9A43-ABAF-F821E2156FF9}">
      <dsp:nvSpPr>
        <dsp:cNvPr id="0" name=""/>
        <dsp:cNvSpPr/>
      </dsp:nvSpPr>
      <dsp:spPr>
        <a:xfrm>
          <a:off x="3041865" y="2591425"/>
          <a:ext cx="1380210" cy="512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Eye Bolt</a:t>
          </a:r>
          <a:endParaRPr lang="en-US" sz="2000" kern="1200" dirty="0"/>
        </a:p>
      </dsp:txBody>
      <dsp:txXfrm>
        <a:off x="3041865" y="2591425"/>
        <a:ext cx="1380210" cy="512057"/>
      </dsp:txXfrm>
    </dsp:sp>
    <dsp:sp modelId="{4778F510-E26F-6A4B-B587-9D544ED706E6}">
      <dsp:nvSpPr>
        <dsp:cNvPr id="0" name=""/>
        <dsp:cNvSpPr/>
      </dsp:nvSpPr>
      <dsp:spPr>
        <a:xfrm>
          <a:off x="6622299" y="4694058"/>
          <a:ext cx="1930969" cy="1251327"/>
        </a:xfrm>
        <a:prstGeom prst="roundRect">
          <a:avLst/>
        </a:prstGeom>
        <a:blipFill>
          <a:blip xmlns:r="http://schemas.openxmlformats.org/officeDocument/2006/relationships"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29B28-7AB6-294F-9627-67203257064B}">
      <dsp:nvSpPr>
        <dsp:cNvPr id="0" name=""/>
        <dsp:cNvSpPr/>
      </dsp:nvSpPr>
      <dsp:spPr>
        <a:xfrm>
          <a:off x="6759437" y="6065436"/>
          <a:ext cx="1724545" cy="31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Cylinder Head Bolt</a:t>
          </a:r>
          <a:endParaRPr lang="en-US" sz="2000" kern="1200" dirty="0"/>
        </a:p>
      </dsp:txBody>
      <dsp:txXfrm>
        <a:off x="6759437" y="6065436"/>
        <a:ext cx="1724545" cy="3114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F6ED3-BE41-1A42-A97B-D46E2730BB62}">
      <dsp:nvSpPr>
        <dsp:cNvPr id="0" name=""/>
        <dsp:cNvSpPr/>
      </dsp:nvSpPr>
      <dsp:spPr>
        <a:xfrm>
          <a:off x="63903" y="182315"/>
          <a:ext cx="3471963" cy="2825472"/>
        </a:xfrm>
        <a:prstGeom prst="roundRect">
          <a:avLst/>
        </a:prstGeom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717E6-D6EA-7F4F-9FAC-E70C14CE9E67}">
      <dsp:nvSpPr>
        <dsp:cNvPr id="0" name=""/>
        <dsp:cNvSpPr/>
      </dsp:nvSpPr>
      <dsp:spPr>
        <a:xfrm>
          <a:off x="211622" y="2911027"/>
          <a:ext cx="2800098" cy="550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Plumber Block Cover Bolt</a:t>
          </a:r>
          <a:endParaRPr lang="en-US" sz="1900" kern="1200" dirty="0"/>
        </a:p>
      </dsp:txBody>
      <dsp:txXfrm>
        <a:off x="211622" y="2911027"/>
        <a:ext cx="2800098" cy="550040"/>
      </dsp:txXfrm>
    </dsp:sp>
    <dsp:sp modelId="{5B793540-31D0-324A-B158-EF9B962BFB97}">
      <dsp:nvSpPr>
        <dsp:cNvPr id="0" name=""/>
        <dsp:cNvSpPr/>
      </dsp:nvSpPr>
      <dsp:spPr>
        <a:xfrm>
          <a:off x="3660195" y="29510"/>
          <a:ext cx="5407604" cy="3724171"/>
        </a:xfrm>
        <a:prstGeom prst="roundRect">
          <a:avLst/>
        </a:prstGeom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E75A2-A9BB-ED45-8EC5-52C24D64FEDC}">
      <dsp:nvSpPr>
        <dsp:cNvPr id="0" name=""/>
        <dsp:cNvSpPr/>
      </dsp:nvSpPr>
      <dsp:spPr>
        <a:xfrm>
          <a:off x="5181607" y="3048001"/>
          <a:ext cx="3255128" cy="1451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Double End Bolt</a:t>
          </a:r>
          <a:endParaRPr lang="en-US" sz="1900" kern="1200" dirty="0"/>
        </a:p>
      </dsp:txBody>
      <dsp:txXfrm>
        <a:off x="5181607" y="3048001"/>
        <a:ext cx="3255128" cy="1451210"/>
      </dsp:txXfrm>
    </dsp:sp>
    <dsp:sp modelId="{2D997CC7-D97B-0444-BC34-7EDF9DFF9446}">
      <dsp:nvSpPr>
        <dsp:cNvPr id="0" name=""/>
        <dsp:cNvSpPr/>
      </dsp:nvSpPr>
      <dsp:spPr>
        <a:xfrm>
          <a:off x="0" y="3581402"/>
          <a:ext cx="4917947" cy="2805573"/>
        </a:xfrm>
        <a:prstGeom prst="roundRect">
          <a:avLst/>
        </a:prstGeom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EFD45-DD20-D040-B3DB-9AC419DDADD5}">
      <dsp:nvSpPr>
        <dsp:cNvPr id="0" name=""/>
        <dsp:cNvSpPr/>
      </dsp:nvSpPr>
      <dsp:spPr>
        <a:xfrm>
          <a:off x="761997" y="6193399"/>
          <a:ext cx="2905882" cy="685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Camber Cam Bolt</a:t>
          </a:r>
          <a:endParaRPr lang="en-US" sz="1900" kern="1200" dirty="0"/>
        </a:p>
      </dsp:txBody>
      <dsp:txXfrm>
        <a:off x="761997" y="6193399"/>
        <a:ext cx="2905882" cy="685519"/>
      </dsp:txXfrm>
    </dsp:sp>
    <dsp:sp modelId="{BADB3AE5-9C36-284B-93CD-08DBB8EE3374}">
      <dsp:nvSpPr>
        <dsp:cNvPr id="0" name=""/>
        <dsp:cNvSpPr/>
      </dsp:nvSpPr>
      <dsp:spPr>
        <a:xfrm>
          <a:off x="5638808" y="4191004"/>
          <a:ext cx="2574024" cy="1928911"/>
        </a:xfrm>
        <a:prstGeom prst="roundRect">
          <a:avLst/>
        </a:prstGeom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9D367-5555-E240-B20D-F056E517B47C}">
      <dsp:nvSpPr>
        <dsp:cNvPr id="0" name=""/>
        <dsp:cNvSpPr/>
      </dsp:nvSpPr>
      <dsp:spPr>
        <a:xfrm>
          <a:off x="5715000" y="5791199"/>
          <a:ext cx="2748102" cy="685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0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Square Head Screw</a:t>
          </a:r>
          <a:endParaRPr lang="en-US" sz="1900" kern="1200" dirty="0"/>
        </a:p>
      </dsp:txBody>
      <dsp:txXfrm>
        <a:off x="5715000" y="5791199"/>
        <a:ext cx="2748102" cy="6855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53FD9-BBB0-EB4A-A0B4-B79934DA4B73}">
      <dsp:nvSpPr>
        <dsp:cNvPr id="0" name=""/>
        <dsp:cNvSpPr/>
      </dsp:nvSpPr>
      <dsp:spPr>
        <a:xfrm>
          <a:off x="0" y="311459"/>
          <a:ext cx="2819866" cy="2011030"/>
        </a:xfrm>
        <a:prstGeom prst="roundRect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CBBF6-BD38-014B-B88D-DDB2FFCDA4BE}">
      <dsp:nvSpPr>
        <dsp:cNvPr id="0" name=""/>
        <dsp:cNvSpPr/>
      </dsp:nvSpPr>
      <dsp:spPr>
        <a:xfrm>
          <a:off x="0" y="2181569"/>
          <a:ext cx="2917811" cy="723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Self tapping Screws</a:t>
          </a:r>
          <a:endParaRPr lang="en-US" sz="1800" kern="1200" dirty="0"/>
        </a:p>
      </dsp:txBody>
      <dsp:txXfrm>
        <a:off x="0" y="2181569"/>
        <a:ext cx="2917811" cy="723567"/>
      </dsp:txXfrm>
    </dsp:sp>
    <dsp:sp modelId="{64DB5711-CDF3-6E46-881C-30747526BC27}">
      <dsp:nvSpPr>
        <dsp:cNvPr id="0" name=""/>
        <dsp:cNvSpPr/>
      </dsp:nvSpPr>
      <dsp:spPr>
        <a:xfrm>
          <a:off x="3352798" y="533403"/>
          <a:ext cx="2551073" cy="1779230"/>
        </a:xfrm>
        <a:prstGeom prst="roundRect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20294-8D46-C842-BF21-937AFD7B6063}">
      <dsp:nvSpPr>
        <dsp:cNvPr id="0" name=""/>
        <dsp:cNvSpPr/>
      </dsp:nvSpPr>
      <dsp:spPr>
        <a:xfrm>
          <a:off x="3657603" y="2209804"/>
          <a:ext cx="1950317" cy="723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Slotted Screws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3657603" y="2209804"/>
        <a:ext cx="1950317" cy="723567"/>
      </dsp:txXfrm>
    </dsp:sp>
    <dsp:sp modelId="{2CFD803E-7DCB-3B4E-824A-571E921FFCEA}">
      <dsp:nvSpPr>
        <dsp:cNvPr id="0" name=""/>
        <dsp:cNvSpPr/>
      </dsp:nvSpPr>
      <dsp:spPr>
        <a:xfrm>
          <a:off x="457205" y="3047998"/>
          <a:ext cx="3281408" cy="2997208"/>
        </a:xfrm>
        <a:prstGeom prst="roundRect">
          <a:avLst/>
        </a:prstGeom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6" t="2543" r="2681" b="1701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CA30E-6BB1-6348-AEEC-94D1D33C2D32}">
      <dsp:nvSpPr>
        <dsp:cNvPr id="0" name=""/>
        <dsp:cNvSpPr/>
      </dsp:nvSpPr>
      <dsp:spPr>
        <a:xfrm>
          <a:off x="1219194" y="5867397"/>
          <a:ext cx="1950317" cy="723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Allen Bolts</a:t>
          </a:r>
          <a:endParaRPr lang="en-US" sz="1800" kern="1200" dirty="0"/>
        </a:p>
      </dsp:txBody>
      <dsp:txXfrm>
        <a:off x="1219194" y="5867397"/>
        <a:ext cx="1950317" cy="723567"/>
      </dsp:txXfrm>
    </dsp:sp>
    <dsp:sp modelId="{DCF84ECF-C6F6-024A-B466-6F9D56D5047A}">
      <dsp:nvSpPr>
        <dsp:cNvPr id="0" name=""/>
        <dsp:cNvSpPr/>
      </dsp:nvSpPr>
      <dsp:spPr>
        <a:xfrm>
          <a:off x="6553206" y="380994"/>
          <a:ext cx="1990649" cy="2015034"/>
        </a:xfrm>
        <a:prstGeom prst="round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3F844-CA30-B440-9897-344FAA2847FE}">
      <dsp:nvSpPr>
        <dsp:cNvPr id="0" name=""/>
        <dsp:cNvSpPr/>
      </dsp:nvSpPr>
      <dsp:spPr>
        <a:xfrm>
          <a:off x="6553206" y="2362203"/>
          <a:ext cx="1950317" cy="723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Square Head Screws</a:t>
          </a:r>
          <a:endParaRPr lang="en-US" sz="1800" kern="1200" dirty="0"/>
        </a:p>
      </dsp:txBody>
      <dsp:txXfrm>
        <a:off x="6553206" y="2362203"/>
        <a:ext cx="1950317" cy="723567"/>
      </dsp:txXfrm>
    </dsp:sp>
    <dsp:sp modelId="{FF9C8482-5A57-624D-A40B-4AF3538D5651}">
      <dsp:nvSpPr>
        <dsp:cNvPr id="0" name=""/>
        <dsp:cNvSpPr/>
      </dsp:nvSpPr>
      <dsp:spPr>
        <a:xfrm>
          <a:off x="4294801" y="3743241"/>
          <a:ext cx="2363784" cy="1703374"/>
        </a:xfrm>
        <a:prstGeom prst="roundRect">
          <a:avLst/>
        </a:prstGeom>
        <a:blipFill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E6EC1-B502-EF41-B513-23589F85CBA8}">
      <dsp:nvSpPr>
        <dsp:cNvPr id="0" name=""/>
        <dsp:cNvSpPr/>
      </dsp:nvSpPr>
      <dsp:spPr>
        <a:xfrm>
          <a:off x="4364096" y="5475779"/>
          <a:ext cx="1950317" cy="723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Six lobe screw</a:t>
          </a:r>
          <a:endParaRPr lang="en-US" sz="1800" kern="1200" dirty="0"/>
        </a:p>
      </dsp:txBody>
      <dsp:txXfrm>
        <a:off x="4364096" y="5475779"/>
        <a:ext cx="1950317" cy="723567"/>
      </dsp:txXfrm>
    </dsp:sp>
    <dsp:sp modelId="{9568D783-6F88-794C-9818-453A44B577AB}">
      <dsp:nvSpPr>
        <dsp:cNvPr id="0" name=""/>
        <dsp:cNvSpPr/>
      </dsp:nvSpPr>
      <dsp:spPr>
        <a:xfrm>
          <a:off x="7136164" y="3466028"/>
          <a:ext cx="1280656" cy="2091051"/>
        </a:xfrm>
        <a:prstGeom prst="roundRect">
          <a:avLst/>
        </a:prstGeom>
        <a:blipFill>
          <a:blip xmlns:r="http://schemas.openxmlformats.org/officeDocument/2006/relationships"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3C9F3-C081-8344-85F0-DD0325B62688}">
      <dsp:nvSpPr>
        <dsp:cNvPr id="0" name=""/>
        <dsp:cNvSpPr/>
      </dsp:nvSpPr>
      <dsp:spPr>
        <a:xfrm>
          <a:off x="6581747" y="5614383"/>
          <a:ext cx="1950317" cy="723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External 6 lobe bolt</a:t>
          </a:r>
          <a:endParaRPr lang="en-US" sz="1800" kern="1200" dirty="0"/>
        </a:p>
      </dsp:txBody>
      <dsp:txXfrm>
        <a:off x="6581747" y="5614383"/>
        <a:ext cx="1950317" cy="7235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53FD9-BBB0-EB4A-A0B4-B79934DA4B73}">
      <dsp:nvSpPr>
        <dsp:cNvPr id="0" name=""/>
        <dsp:cNvSpPr/>
      </dsp:nvSpPr>
      <dsp:spPr>
        <a:xfrm>
          <a:off x="289130" y="232334"/>
          <a:ext cx="3407069" cy="2429803"/>
        </a:xfrm>
        <a:prstGeom prst="roundRect">
          <a:avLst/>
        </a:prstGeom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CBBF6-BD38-014B-B88D-DDB2FFCDA4BE}">
      <dsp:nvSpPr>
        <dsp:cNvPr id="0" name=""/>
        <dsp:cNvSpPr/>
      </dsp:nvSpPr>
      <dsp:spPr>
        <a:xfrm>
          <a:off x="953107" y="1926879"/>
          <a:ext cx="3525410" cy="874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Drilled</a:t>
          </a:r>
          <a:r>
            <a:rPr lang="en-US" sz="2100" kern="1200" baseline="0" dirty="0" smtClean="0"/>
            <a:t> Pin</a:t>
          </a:r>
          <a:endParaRPr lang="en-US" sz="2100" kern="1200" dirty="0"/>
        </a:p>
      </dsp:txBody>
      <dsp:txXfrm>
        <a:off x="953107" y="1926879"/>
        <a:ext cx="3525410" cy="874241"/>
      </dsp:txXfrm>
    </dsp:sp>
    <dsp:sp modelId="{64DB5711-CDF3-6E46-881C-30747526BC27}">
      <dsp:nvSpPr>
        <dsp:cNvPr id="0" name=""/>
        <dsp:cNvSpPr/>
      </dsp:nvSpPr>
      <dsp:spPr>
        <a:xfrm>
          <a:off x="4251525" y="232342"/>
          <a:ext cx="3082303" cy="2149733"/>
        </a:xfrm>
        <a:prstGeom prst="roundRect">
          <a:avLst/>
        </a:prstGeom>
        <a:blipFill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20294-8D46-C842-BF21-937AFD7B6063}">
      <dsp:nvSpPr>
        <dsp:cNvPr id="0" name=""/>
        <dsp:cNvSpPr/>
      </dsp:nvSpPr>
      <dsp:spPr>
        <a:xfrm>
          <a:off x="4556320" y="2213535"/>
          <a:ext cx="2356447" cy="874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err="1" smtClean="0"/>
            <a:t>Spl</a:t>
          </a:r>
          <a:r>
            <a:rPr lang="en-US" sz="2100" kern="1200" dirty="0" smtClean="0"/>
            <a:t> faced bolt</a:t>
          </a:r>
        </a:p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 dirty="0"/>
        </a:p>
      </dsp:txBody>
      <dsp:txXfrm>
        <a:off x="4556320" y="2213535"/>
        <a:ext cx="2356447" cy="874241"/>
      </dsp:txXfrm>
    </dsp:sp>
    <dsp:sp modelId="{2CFD803E-7DCB-3B4E-824A-571E921FFCEA}">
      <dsp:nvSpPr>
        <dsp:cNvPr id="0" name=""/>
        <dsp:cNvSpPr/>
      </dsp:nvSpPr>
      <dsp:spPr>
        <a:xfrm rot="5400000">
          <a:off x="-50931" y="3209297"/>
          <a:ext cx="3215702" cy="3113838"/>
        </a:xfrm>
        <a:prstGeom prst="roundRect">
          <a:avLst/>
        </a:prstGeom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CA30E-6BB1-6348-AEEC-94D1D33C2D32}">
      <dsp:nvSpPr>
        <dsp:cNvPr id="0" name=""/>
        <dsp:cNvSpPr/>
      </dsp:nvSpPr>
      <dsp:spPr>
        <a:xfrm>
          <a:off x="0" y="5721597"/>
          <a:ext cx="2356447" cy="874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Battery Bolts</a:t>
          </a:r>
        </a:p>
      </dsp:txBody>
      <dsp:txXfrm>
        <a:off x="0" y="5721597"/>
        <a:ext cx="2356447" cy="874241"/>
      </dsp:txXfrm>
    </dsp:sp>
    <dsp:sp modelId="{DCF84ECF-C6F6-024A-B466-6F9D56D5047A}">
      <dsp:nvSpPr>
        <dsp:cNvPr id="0" name=""/>
        <dsp:cNvSpPr/>
      </dsp:nvSpPr>
      <dsp:spPr>
        <a:xfrm rot="5400000">
          <a:off x="3339000" y="3350935"/>
          <a:ext cx="2714415" cy="2718153"/>
        </a:xfrm>
        <a:prstGeom prst="roundRect">
          <a:avLst/>
        </a:prstGeom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3F844-CA30-B440-9897-344FAA2847FE}">
      <dsp:nvSpPr>
        <dsp:cNvPr id="0" name=""/>
        <dsp:cNvSpPr/>
      </dsp:nvSpPr>
      <dsp:spPr>
        <a:xfrm>
          <a:off x="3489518" y="5983755"/>
          <a:ext cx="2356447" cy="874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SS Plug</a:t>
          </a:r>
          <a:endParaRPr lang="en-US" sz="2100" kern="1200" dirty="0"/>
        </a:p>
      </dsp:txBody>
      <dsp:txXfrm>
        <a:off x="3489518" y="5983755"/>
        <a:ext cx="2356447" cy="874241"/>
      </dsp:txXfrm>
    </dsp:sp>
    <dsp:sp modelId="{A550C140-AA2D-D84C-A471-D1E4714151DC}">
      <dsp:nvSpPr>
        <dsp:cNvPr id="0" name=""/>
        <dsp:cNvSpPr/>
      </dsp:nvSpPr>
      <dsp:spPr>
        <a:xfrm>
          <a:off x="6404724" y="2514600"/>
          <a:ext cx="2739275" cy="3692681"/>
        </a:xfrm>
        <a:prstGeom prst="roundRect">
          <a:avLst/>
        </a:prstGeom>
        <a:blipFill dpi="0"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8642" r="36715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22320-6EA8-D140-9247-BABE7A5EA785}">
      <dsp:nvSpPr>
        <dsp:cNvPr id="0" name=""/>
        <dsp:cNvSpPr/>
      </dsp:nvSpPr>
      <dsp:spPr>
        <a:xfrm>
          <a:off x="6308930" y="5983758"/>
          <a:ext cx="2356447" cy="8742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Special </a:t>
          </a:r>
          <a:r>
            <a:rPr lang="en-US" sz="2100" kern="1200" dirty="0" err="1" smtClean="0"/>
            <a:t>allen</a:t>
          </a:r>
          <a:r>
            <a:rPr lang="en-US" sz="2100" kern="1200" dirty="0" smtClean="0"/>
            <a:t> bolt</a:t>
          </a:r>
          <a:endParaRPr lang="en-US" sz="2100" kern="1200" dirty="0"/>
        </a:p>
      </dsp:txBody>
      <dsp:txXfrm>
        <a:off x="6308930" y="5983758"/>
        <a:ext cx="2356447" cy="8742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CEBDE-EC6E-8242-84B6-B1BB69BA6F41}">
      <dsp:nvSpPr>
        <dsp:cNvPr id="0" name=""/>
        <dsp:cNvSpPr/>
      </dsp:nvSpPr>
      <dsp:spPr>
        <a:xfrm>
          <a:off x="0" y="389412"/>
          <a:ext cx="9057636" cy="5894429"/>
        </a:xfrm>
        <a:prstGeom prst="roundRect">
          <a:avLst/>
        </a:prstGeom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D8A90-81D9-BF4F-BD49-25CA5889A261}">
      <dsp:nvSpPr>
        <dsp:cNvPr id="0" name=""/>
        <dsp:cNvSpPr/>
      </dsp:nvSpPr>
      <dsp:spPr>
        <a:xfrm>
          <a:off x="2751777" y="5841929"/>
          <a:ext cx="3991582" cy="1016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341376" rIns="341376" bIns="0" numCol="1" spcCol="1270" anchor="t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/>
            <a:t>Studs</a:t>
          </a:r>
          <a:endParaRPr lang="en-US" sz="4800" kern="1200" dirty="0"/>
        </a:p>
      </dsp:txBody>
      <dsp:txXfrm>
        <a:off x="2751777" y="5841929"/>
        <a:ext cx="3991582" cy="101607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1CD176-0E02-1548-9FF9-3DE679F5FFE5}">
      <dsp:nvSpPr>
        <dsp:cNvPr id="0" name=""/>
        <dsp:cNvSpPr/>
      </dsp:nvSpPr>
      <dsp:spPr>
        <a:xfrm>
          <a:off x="304806" y="0"/>
          <a:ext cx="6849216" cy="4653047"/>
        </a:xfrm>
        <a:prstGeom prst="roundRect">
          <a:avLst/>
        </a:prstGeom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C9A9A-CA39-B74B-A6EC-3AAEF7B7EC3A}">
      <dsp:nvSpPr>
        <dsp:cNvPr id="0" name=""/>
        <dsp:cNvSpPr/>
      </dsp:nvSpPr>
      <dsp:spPr>
        <a:xfrm>
          <a:off x="1828792" y="4178030"/>
          <a:ext cx="4042412" cy="1155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4048" tIns="384048" rIns="384048" bIns="0" numCol="1" spcCol="1270" anchor="t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400" kern="1200" dirty="0" smtClean="0"/>
            <a:t>Hex Nuts</a:t>
          </a:r>
          <a:endParaRPr lang="en-US" sz="5400" kern="1200" dirty="0"/>
        </a:p>
      </dsp:txBody>
      <dsp:txXfrm>
        <a:off x="1828792" y="4178030"/>
        <a:ext cx="4042412" cy="11559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FEFEF-9D75-3541-A8A2-B4A0A7A2F54C}">
      <dsp:nvSpPr>
        <dsp:cNvPr id="0" name=""/>
        <dsp:cNvSpPr/>
      </dsp:nvSpPr>
      <dsp:spPr>
        <a:xfrm>
          <a:off x="152397" y="381001"/>
          <a:ext cx="5392921" cy="4700312"/>
        </a:xfrm>
        <a:prstGeom prst="roundRect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606" t="1229" r="5342" b="375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4F61C-3F25-D84E-B559-23E9FA4984B4}">
      <dsp:nvSpPr>
        <dsp:cNvPr id="0" name=""/>
        <dsp:cNvSpPr/>
      </dsp:nvSpPr>
      <dsp:spPr>
        <a:xfrm>
          <a:off x="990600" y="4953002"/>
          <a:ext cx="3064626" cy="695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Wheel Nuts</a:t>
          </a:r>
          <a:endParaRPr lang="en-US" sz="2000" kern="1200" dirty="0"/>
        </a:p>
      </dsp:txBody>
      <dsp:txXfrm>
        <a:off x="990600" y="4953002"/>
        <a:ext cx="3064626" cy="695994"/>
      </dsp:txXfrm>
    </dsp:sp>
    <dsp:sp modelId="{A832F23E-B208-BE41-B762-90F7DE76ACD4}">
      <dsp:nvSpPr>
        <dsp:cNvPr id="0" name=""/>
        <dsp:cNvSpPr/>
      </dsp:nvSpPr>
      <dsp:spPr>
        <a:xfrm>
          <a:off x="6628445" y="2492111"/>
          <a:ext cx="2267913" cy="1645874"/>
        </a:xfrm>
        <a:prstGeom prst="roundRect">
          <a:avLst/>
        </a:prstGeom>
        <a:blipFill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47C27-122E-844C-AB26-53AF260744CF}">
      <dsp:nvSpPr>
        <dsp:cNvPr id="0" name=""/>
        <dsp:cNvSpPr/>
      </dsp:nvSpPr>
      <dsp:spPr>
        <a:xfrm>
          <a:off x="7162802" y="4137291"/>
          <a:ext cx="1367044" cy="5071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Nylock</a:t>
          </a:r>
          <a:r>
            <a:rPr lang="en-US" sz="1800" kern="1200" dirty="0" smtClean="0"/>
            <a:t> Nuts</a:t>
          </a:r>
          <a:endParaRPr lang="en-US" sz="1800" kern="1200" dirty="0"/>
        </a:p>
      </dsp:txBody>
      <dsp:txXfrm>
        <a:off x="7162802" y="4137291"/>
        <a:ext cx="1367044" cy="507173"/>
      </dsp:txXfrm>
    </dsp:sp>
    <dsp:sp modelId="{73FE3C4E-0156-9849-928F-910D2D061DCD}">
      <dsp:nvSpPr>
        <dsp:cNvPr id="0" name=""/>
        <dsp:cNvSpPr/>
      </dsp:nvSpPr>
      <dsp:spPr>
        <a:xfrm>
          <a:off x="6248404" y="228600"/>
          <a:ext cx="2374884" cy="1766172"/>
        </a:xfrm>
        <a:prstGeom prst="roundRect">
          <a:avLst/>
        </a:prstGeom>
        <a:blipFill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8BE04-4E74-B74E-B591-3613EB28400F}">
      <dsp:nvSpPr>
        <dsp:cNvPr id="0" name=""/>
        <dsp:cNvSpPr/>
      </dsp:nvSpPr>
      <dsp:spPr>
        <a:xfrm>
          <a:off x="6629406" y="1904999"/>
          <a:ext cx="2118877" cy="5071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Round Weld Nuts</a:t>
          </a:r>
          <a:endParaRPr lang="en-US" sz="1800" kern="1200" dirty="0"/>
        </a:p>
      </dsp:txBody>
      <dsp:txXfrm>
        <a:off x="6629406" y="1904999"/>
        <a:ext cx="2118877" cy="507173"/>
      </dsp:txXfrm>
    </dsp:sp>
    <dsp:sp modelId="{7DDCD75E-645F-AC4A-B0AB-FFBB834ACCC3}">
      <dsp:nvSpPr>
        <dsp:cNvPr id="0" name=""/>
        <dsp:cNvSpPr/>
      </dsp:nvSpPr>
      <dsp:spPr>
        <a:xfrm>
          <a:off x="5410196" y="4724402"/>
          <a:ext cx="1836200" cy="1447351"/>
        </a:xfrm>
        <a:prstGeom prst="roundRect">
          <a:avLst/>
        </a:prstGeom>
        <a:blipFill rotWithShape="1"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3EAC5-AF5D-4C47-8546-AFB60DDBB2E6}">
      <dsp:nvSpPr>
        <dsp:cNvPr id="0" name=""/>
        <dsp:cNvSpPr/>
      </dsp:nvSpPr>
      <dsp:spPr>
        <a:xfrm>
          <a:off x="5333170" y="6198426"/>
          <a:ext cx="1978304" cy="5071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0" numCol="1" spcCol="1270" anchor="t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U nut/ Lock Nut</a:t>
          </a:r>
          <a:endParaRPr lang="en-US" sz="2000" kern="1200" dirty="0"/>
        </a:p>
      </dsp:txBody>
      <dsp:txXfrm>
        <a:off x="5333170" y="6198426"/>
        <a:ext cx="1978304" cy="50717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718D8-A7D5-034F-8E9F-531F1DD3D7FC}">
      <dsp:nvSpPr>
        <dsp:cNvPr id="0" name=""/>
        <dsp:cNvSpPr/>
      </dsp:nvSpPr>
      <dsp:spPr>
        <a:xfrm>
          <a:off x="304811" y="440768"/>
          <a:ext cx="2758225" cy="2043423"/>
        </a:xfrm>
        <a:prstGeom prst="roundRect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455" b="1217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D2002-342A-E44A-9F43-1FD33C4D1F02}">
      <dsp:nvSpPr>
        <dsp:cNvPr id="0" name=""/>
        <dsp:cNvSpPr/>
      </dsp:nvSpPr>
      <dsp:spPr>
        <a:xfrm>
          <a:off x="457201" y="2421966"/>
          <a:ext cx="2275332" cy="844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Cage Nuts</a:t>
          </a:r>
          <a:endParaRPr lang="en-US" sz="2100" kern="1200" dirty="0"/>
        </a:p>
      </dsp:txBody>
      <dsp:txXfrm>
        <a:off x="457201" y="2421966"/>
        <a:ext cx="2275332" cy="844148"/>
      </dsp:txXfrm>
    </dsp:sp>
    <dsp:sp modelId="{CC5F6DB3-96EB-314A-A599-414637CEC25F}">
      <dsp:nvSpPr>
        <dsp:cNvPr id="0" name=""/>
        <dsp:cNvSpPr/>
      </dsp:nvSpPr>
      <dsp:spPr>
        <a:xfrm rot="5400000">
          <a:off x="5858605" y="601947"/>
          <a:ext cx="2878568" cy="2403791"/>
        </a:xfrm>
        <a:prstGeom prst="roundRect">
          <a:avLst/>
        </a:prstGeom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893E4-CA02-3248-AFBF-8F1F43C9A818}">
      <dsp:nvSpPr>
        <dsp:cNvPr id="0" name=""/>
        <dsp:cNvSpPr/>
      </dsp:nvSpPr>
      <dsp:spPr>
        <a:xfrm>
          <a:off x="6172192" y="3107765"/>
          <a:ext cx="2275332" cy="844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Rivet Nuts</a:t>
          </a:r>
          <a:endParaRPr lang="en-US" sz="2100" kern="1200" dirty="0"/>
        </a:p>
      </dsp:txBody>
      <dsp:txXfrm>
        <a:off x="6172192" y="3107765"/>
        <a:ext cx="2275332" cy="844148"/>
      </dsp:txXfrm>
    </dsp:sp>
    <dsp:sp modelId="{8F146B5D-8BBD-6443-AFD0-F85D54530881}">
      <dsp:nvSpPr>
        <dsp:cNvPr id="0" name=""/>
        <dsp:cNvSpPr/>
      </dsp:nvSpPr>
      <dsp:spPr>
        <a:xfrm>
          <a:off x="3429010" y="593160"/>
          <a:ext cx="2275332" cy="1567703"/>
        </a:xfrm>
        <a:prstGeom prst="roundRect">
          <a:avLst/>
        </a:prstGeom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51CD3-1573-7B4D-9F94-938C91349078}">
      <dsp:nvSpPr>
        <dsp:cNvPr id="0" name=""/>
        <dsp:cNvSpPr/>
      </dsp:nvSpPr>
      <dsp:spPr>
        <a:xfrm>
          <a:off x="3429010" y="2345761"/>
          <a:ext cx="2275332" cy="443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Round Weld Nut</a:t>
          </a:r>
          <a:endParaRPr lang="en-US" sz="2100" kern="1200" dirty="0"/>
        </a:p>
      </dsp:txBody>
      <dsp:txXfrm>
        <a:off x="3429010" y="2345761"/>
        <a:ext cx="2275332" cy="443287"/>
      </dsp:txXfrm>
    </dsp:sp>
    <dsp:sp modelId="{06BB2037-93F8-894A-88FC-E9D66DC0C3CE}">
      <dsp:nvSpPr>
        <dsp:cNvPr id="0" name=""/>
        <dsp:cNvSpPr/>
      </dsp:nvSpPr>
      <dsp:spPr>
        <a:xfrm>
          <a:off x="65571" y="3553314"/>
          <a:ext cx="2672400" cy="1925579"/>
        </a:xfrm>
        <a:prstGeom prst="roundRect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891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45208-C5A5-3441-BEDD-31B939FB2B13}">
      <dsp:nvSpPr>
        <dsp:cNvPr id="0" name=""/>
        <dsp:cNvSpPr/>
      </dsp:nvSpPr>
      <dsp:spPr>
        <a:xfrm>
          <a:off x="0" y="5473998"/>
          <a:ext cx="3198889" cy="844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Square Weld Nuts</a:t>
          </a:r>
          <a:endParaRPr lang="en-US" sz="2100" kern="1200" dirty="0"/>
        </a:p>
      </dsp:txBody>
      <dsp:txXfrm>
        <a:off x="0" y="5473998"/>
        <a:ext cx="3198889" cy="844148"/>
      </dsp:txXfrm>
    </dsp:sp>
    <dsp:sp modelId="{F6FD0B83-DBE8-4F4D-8DBA-939BFE9B7AD8}">
      <dsp:nvSpPr>
        <dsp:cNvPr id="0" name=""/>
        <dsp:cNvSpPr/>
      </dsp:nvSpPr>
      <dsp:spPr>
        <a:xfrm>
          <a:off x="3352793" y="3564958"/>
          <a:ext cx="1615918" cy="2013762"/>
        </a:xfrm>
        <a:prstGeom prst="roundRect">
          <a:avLst/>
        </a:prstGeom>
        <a:blipFill dpi="0"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1791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5EFAC-4E92-B140-BEDC-47EE1C417FC6}">
      <dsp:nvSpPr>
        <dsp:cNvPr id="0" name=""/>
        <dsp:cNvSpPr/>
      </dsp:nvSpPr>
      <dsp:spPr>
        <a:xfrm>
          <a:off x="2895599" y="5546161"/>
          <a:ext cx="2275332" cy="844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T weld Nut</a:t>
          </a:r>
          <a:endParaRPr lang="en-US" sz="2100" kern="1200" dirty="0"/>
        </a:p>
      </dsp:txBody>
      <dsp:txXfrm>
        <a:off x="2895599" y="5546161"/>
        <a:ext cx="2275332" cy="844148"/>
      </dsp:txXfrm>
    </dsp:sp>
    <dsp:sp modelId="{DFC9FC10-D24B-4E41-BC0D-AF2B68E72DE0}">
      <dsp:nvSpPr>
        <dsp:cNvPr id="0" name=""/>
        <dsp:cNvSpPr/>
      </dsp:nvSpPr>
      <dsp:spPr>
        <a:xfrm>
          <a:off x="5486411" y="3564969"/>
          <a:ext cx="3159958" cy="2270066"/>
        </a:xfrm>
        <a:prstGeom prst="roundRect">
          <a:avLst/>
        </a:prstGeom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6761" r="1477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8AB9A-93F5-8545-86AC-7546DDDA8A22}">
      <dsp:nvSpPr>
        <dsp:cNvPr id="0" name=""/>
        <dsp:cNvSpPr/>
      </dsp:nvSpPr>
      <dsp:spPr>
        <a:xfrm>
          <a:off x="5867404" y="5698560"/>
          <a:ext cx="2275332" cy="844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Hex Weld Nuts</a:t>
          </a:r>
          <a:endParaRPr lang="en-US" sz="2100" kern="1200" dirty="0"/>
        </a:p>
      </dsp:txBody>
      <dsp:txXfrm>
        <a:off x="5867404" y="5698560"/>
        <a:ext cx="2275332" cy="84414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66686-5939-BB40-82FF-3D569E3CF11D}">
      <dsp:nvSpPr>
        <dsp:cNvPr id="0" name=""/>
        <dsp:cNvSpPr/>
      </dsp:nvSpPr>
      <dsp:spPr>
        <a:xfrm>
          <a:off x="1147781" y="642595"/>
          <a:ext cx="2933707" cy="2040011"/>
        </a:xfrm>
        <a:prstGeom prst="roundRect">
          <a:avLst/>
        </a:prstGeom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AB81E-17AF-6E4B-A1F7-59090CB80E78}">
      <dsp:nvSpPr>
        <dsp:cNvPr id="0" name=""/>
        <dsp:cNvSpPr/>
      </dsp:nvSpPr>
      <dsp:spPr>
        <a:xfrm>
          <a:off x="1433579" y="2571647"/>
          <a:ext cx="2247104" cy="83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Castle Nut</a:t>
          </a:r>
          <a:endParaRPr lang="en-US" sz="2100" kern="1200" dirty="0"/>
        </a:p>
      </dsp:txBody>
      <dsp:txXfrm>
        <a:off x="1433579" y="2571647"/>
        <a:ext cx="2247104" cy="833675"/>
      </dsp:txXfrm>
    </dsp:sp>
    <dsp:sp modelId="{1820C0FB-80D7-4B49-8D8F-5344188F7664}">
      <dsp:nvSpPr>
        <dsp:cNvPr id="0" name=""/>
        <dsp:cNvSpPr/>
      </dsp:nvSpPr>
      <dsp:spPr>
        <a:xfrm>
          <a:off x="4417963" y="616263"/>
          <a:ext cx="3887962" cy="2578293"/>
        </a:xfrm>
        <a:prstGeom prst="roundRect">
          <a:avLst/>
        </a:prstGeom>
        <a:blipFill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9E03F-95AD-6F49-80DA-5DB28049CAF5}">
      <dsp:nvSpPr>
        <dsp:cNvPr id="0" name=""/>
        <dsp:cNvSpPr/>
      </dsp:nvSpPr>
      <dsp:spPr>
        <a:xfrm>
          <a:off x="4571991" y="3055336"/>
          <a:ext cx="3991756" cy="83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err="1" smtClean="0"/>
            <a:t>Spl</a:t>
          </a:r>
          <a:r>
            <a:rPr lang="en-US" sz="2100" kern="1200" dirty="0" smtClean="0"/>
            <a:t> nut earth plate</a:t>
          </a:r>
          <a:endParaRPr lang="en-US" sz="2100" kern="1200" dirty="0"/>
        </a:p>
      </dsp:txBody>
      <dsp:txXfrm>
        <a:off x="4571991" y="3055336"/>
        <a:ext cx="3991756" cy="833675"/>
      </dsp:txXfrm>
    </dsp:sp>
    <dsp:sp modelId="{D98E7078-1179-6E42-9329-129E044D3750}">
      <dsp:nvSpPr>
        <dsp:cNvPr id="0" name=""/>
        <dsp:cNvSpPr/>
      </dsp:nvSpPr>
      <dsp:spPr>
        <a:xfrm rot="5400000">
          <a:off x="991" y="3798864"/>
          <a:ext cx="2247104" cy="1548255"/>
        </a:xfrm>
        <a:prstGeom prst="roundRect">
          <a:avLst/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r="5583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84AF9-F5A9-3649-B964-48B5F5D6C04E}">
      <dsp:nvSpPr>
        <dsp:cNvPr id="0" name=""/>
        <dsp:cNvSpPr/>
      </dsp:nvSpPr>
      <dsp:spPr>
        <a:xfrm>
          <a:off x="152401" y="5715004"/>
          <a:ext cx="2247104" cy="83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Thin Nuts</a:t>
          </a:r>
          <a:endParaRPr lang="en-US" sz="2100" kern="1200" dirty="0"/>
        </a:p>
      </dsp:txBody>
      <dsp:txXfrm>
        <a:off x="152401" y="5715004"/>
        <a:ext cx="2247104" cy="833675"/>
      </dsp:txXfrm>
    </dsp:sp>
    <dsp:sp modelId="{0CA9C93C-A023-A445-BD9D-9FAF170ED521}">
      <dsp:nvSpPr>
        <dsp:cNvPr id="0" name=""/>
        <dsp:cNvSpPr/>
      </dsp:nvSpPr>
      <dsp:spPr>
        <a:xfrm rot="5400000">
          <a:off x="2526853" y="3597358"/>
          <a:ext cx="3327647" cy="2742532"/>
        </a:xfrm>
        <a:prstGeom prst="roundRect">
          <a:avLst/>
        </a:prstGeom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12124-4035-A446-AB1D-9A6D59F77073}">
      <dsp:nvSpPr>
        <dsp:cNvPr id="0" name=""/>
        <dsp:cNvSpPr/>
      </dsp:nvSpPr>
      <dsp:spPr>
        <a:xfrm>
          <a:off x="2590806" y="6248403"/>
          <a:ext cx="3537706" cy="44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err="1" smtClean="0"/>
            <a:t>Spl</a:t>
          </a:r>
          <a:r>
            <a:rPr lang="en-US" sz="2100" kern="1200" dirty="0" smtClean="0"/>
            <a:t> blind rivet nut (Auto)</a:t>
          </a:r>
          <a:endParaRPr lang="en-US" sz="2100" kern="1200" dirty="0"/>
        </a:p>
      </dsp:txBody>
      <dsp:txXfrm>
        <a:off x="2590806" y="6248403"/>
        <a:ext cx="3537706" cy="449884"/>
      </dsp:txXfrm>
    </dsp:sp>
    <dsp:sp modelId="{EC20D061-20EA-8548-81C1-48DAE94FC583}">
      <dsp:nvSpPr>
        <dsp:cNvPr id="0" name=""/>
        <dsp:cNvSpPr/>
      </dsp:nvSpPr>
      <dsp:spPr>
        <a:xfrm>
          <a:off x="6235412" y="3665645"/>
          <a:ext cx="2907596" cy="2081133"/>
        </a:xfrm>
        <a:prstGeom prst="roundRect">
          <a:avLst/>
        </a:prstGeom>
        <a:blipFill dpi="0" rotWithShape="1">
          <a:blip xmlns:r="http://schemas.openxmlformats.org/officeDocument/2006/relationships"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AE8C2-70D4-FB44-993F-DA3ABA3586CF}">
      <dsp:nvSpPr>
        <dsp:cNvPr id="0" name=""/>
        <dsp:cNvSpPr/>
      </dsp:nvSpPr>
      <dsp:spPr>
        <a:xfrm>
          <a:off x="6665317" y="5741613"/>
          <a:ext cx="2247104" cy="83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Sleeves</a:t>
          </a:r>
          <a:endParaRPr lang="en-US" sz="2100" kern="1200" dirty="0"/>
        </a:p>
      </dsp:txBody>
      <dsp:txXfrm>
        <a:off x="6665317" y="5741613"/>
        <a:ext cx="2247104" cy="83367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66686-5939-BB40-82FF-3D569E3CF11D}">
      <dsp:nvSpPr>
        <dsp:cNvPr id="0" name=""/>
        <dsp:cNvSpPr/>
      </dsp:nvSpPr>
      <dsp:spPr>
        <a:xfrm>
          <a:off x="380990" y="457203"/>
          <a:ext cx="3128899" cy="2175742"/>
        </a:xfrm>
        <a:prstGeom prst="roundRect">
          <a:avLst/>
        </a:prstGeom>
        <a:blipFill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AB81E-17AF-6E4B-A1F7-59090CB80E78}">
      <dsp:nvSpPr>
        <dsp:cNvPr id="0" name=""/>
        <dsp:cNvSpPr/>
      </dsp:nvSpPr>
      <dsp:spPr>
        <a:xfrm>
          <a:off x="685803" y="2514604"/>
          <a:ext cx="2396614" cy="88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Sleeves</a:t>
          </a:r>
          <a:endParaRPr lang="en-US" sz="2200" kern="1200" dirty="0"/>
        </a:p>
      </dsp:txBody>
      <dsp:txXfrm>
        <a:off x="685803" y="2514604"/>
        <a:ext cx="2396614" cy="889143"/>
      </dsp:txXfrm>
    </dsp:sp>
    <dsp:sp modelId="{1820C0FB-80D7-4B49-8D8F-5344188F7664}">
      <dsp:nvSpPr>
        <dsp:cNvPr id="0" name=""/>
        <dsp:cNvSpPr/>
      </dsp:nvSpPr>
      <dsp:spPr>
        <a:xfrm>
          <a:off x="3808729" y="152397"/>
          <a:ext cx="5335270" cy="3643141"/>
        </a:xfrm>
        <a:prstGeom prst="roundRect">
          <a:avLst/>
        </a:prstGeom>
        <a:blipFill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9E03F-95AD-6F49-80DA-5DB28049CAF5}">
      <dsp:nvSpPr>
        <dsp:cNvPr id="0" name=""/>
        <dsp:cNvSpPr/>
      </dsp:nvSpPr>
      <dsp:spPr>
        <a:xfrm>
          <a:off x="5805383" y="3358004"/>
          <a:ext cx="2396614" cy="88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Lock Bolt</a:t>
          </a:r>
          <a:endParaRPr lang="en-US" sz="2200" kern="1200" dirty="0"/>
        </a:p>
      </dsp:txBody>
      <dsp:txXfrm>
        <a:off x="5805383" y="3358004"/>
        <a:ext cx="2396614" cy="889143"/>
      </dsp:txXfrm>
    </dsp:sp>
    <dsp:sp modelId="{0CA9C93C-A023-A445-BD9D-9FAF170ED521}">
      <dsp:nvSpPr>
        <dsp:cNvPr id="0" name=""/>
        <dsp:cNvSpPr/>
      </dsp:nvSpPr>
      <dsp:spPr>
        <a:xfrm>
          <a:off x="381002" y="3505193"/>
          <a:ext cx="3549049" cy="2925005"/>
        </a:xfrm>
        <a:prstGeom prst="roundRect">
          <a:avLst/>
        </a:prstGeom>
        <a:blipFill dpi="0" rotWithShape="1"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12124-4035-A446-AB1D-9A6D59F77073}">
      <dsp:nvSpPr>
        <dsp:cNvPr id="0" name=""/>
        <dsp:cNvSpPr/>
      </dsp:nvSpPr>
      <dsp:spPr>
        <a:xfrm>
          <a:off x="0" y="6347737"/>
          <a:ext cx="3773085" cy="479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Butterfly Brackets</a:t>
          </a:r>
          <a:endParaRPr lang="en-US" sz="2200" kern="1200" dirty="0"/>
        </a:p>
      </dsp:txBody>
      <dsp:txXfrm>
        <a:off x="0" y="6347737"/>
        <a:ext cx="3773085" cy="479817"/>
      </dsp:txXfrm>
    </dsp:sp>
    <dsp:sp modelId="{EC20D061-20EA-8548-81C1-48DAE94FC583}">
      <dsp:nvSpPr>
        <dsp:cNvPr id="0" name=""/>
        <dsp:cNvSpPr/>
      </dsp:nvSpPr>
      <dsp:spPr>
        <a:xfrm>
          <a:off x="5027898" y="3958112"/>
          <a:ext cx="3101050" cy="2219600"/>
        </a:xfrm>
        <a:prstGeom prst="roundRect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AE8C2-70D4-FB44-993F-DA3ABA3586CF}">
      <dsp:nvSpPr>
        <dsp:cNvPr id="0" name=""/>
        <dsp:cNvSpPr/>
      </dsp:nvSpPr>
      <dsp:spPr>
        <a:xfrm>
          <a:off x="5486406" y="5968856"/>
          <a:ext cx="2396614" cy="88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Collar Sleeves</a:t>
          </a:r>
          <a:endParaRPr lang="en-US" sz="2200" kern="1200" dirty="0"/>
        </a:p>
      </dsp:txBody>
      <dsp:txXfrm>
        <a:off x="5486406" y="5968856"/>
        <a:ext cx="2396614" cy="88914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66686-5939-BB40-82FF-3D569E3CF11D}">
      <dsp:nvSpPr>
        <dsp:cNvPr id="0" name=""/>
        <dsp:cNvSpPr/>
      </dsp:nvSpPr>
      <dsp:spPr>
        <a:xfrm>
          <a:off x="609591" y="761998"/>
          <a:ext cx="2814261" cy="1956952"/>
        </a:xfrm>
        <a:prstGeom prst="roundRect">
          <a:avLst/>
        </a:prstGeom>
        <a:blipFill dpi="0" rotWithShape="1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AB81E-17AF-6E4B-A1F7-59090CB80E78}">
      <dsp:nvSpPr>
        <dsp:cNvPr id="0" name=""/>
        <dsp:cNvSpPr/>
      </dsp:nvSpPr>
      <dsp:spPr>
        <a:xfrm>
          <a:off x="1076594" y="2262517"/>
          <a:ext cx="2155613" cy="799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63144" rIns="263144" bIns="0" numCol="1" spcCol="1270" anchor="t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700" kern="1200" dirty="0"/>
        </a:p>
      </dsp:txBody>
      <dsp:txXfrm>
        <a:off x="1076594" y="2262517"/>
        <a:ext cx="2155613" cy="799732"/>
      </dsp:txXfrm>
    </dsp:sp>
    <dsp:sp modelId="{1820C0FB-80D7-4B49-8D8F-5344188F7664}">
      <dsp:nvSpPr>
        <dsp:cNvPr id="0" name=""/>
        <dsp:cNvSpPr/>
      </dsp:nvSpPr>
      <dsp:spPr>
        <a:xfrm>
          <a:off x="3889685" y="137851"/>
          <a:ext cx="4798762" cy="3276791"/>
        </a:xfrm>
        <a:prstGeom prst="roundRect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12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9E03F-95AD-6F49-80DA-5DB28049CAF5}">
      <dsp:nvSpPr>
        <dsp:cNvPr id="0" name=""/>
        <dsp:cNvSpPr/>
      </dsp:nvSpPr>
      <dsp:spPr>
        <a:xfrm>
          <a:off x="5681356" y="3021106"/>
          <a:ext cx="2155613" cy="799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144" tIns="263144" rIns="263144" bIns="0" numCol="1" spcCol="1270" anchor="t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700" kern="1200" dirty="0"/>
        </a:p>
      </dsp:txBody>
      <dsp:txXfrm>
        <a:off x="5681356" y="3021106"/>
        <a:ext cx="2155613" cy="799732"/>
      </dsp:txXfrm>
    </dsp:sp>
    <dsp:sp modelId="{0CA9C93C-A023-A445-BD9D-9FAF170ED521}">
      <dsp:nvSpPr>
        <dsp:cNvPr id="0" name=""/>
        <dsp:cNvSpPr/>
      </dsp:nvSpPr>
      <dsp:spPr>
        <a:xfrm>
          <a:off x="304790" y="3429002"/>
          <a:ext cx="3192162" cy="2630870"/>
        </a:xfrm>
        <a:prstGeom prst="roundRect">
          <a:avLst/>
        </a:prstGeom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12124-4035-A446-AB1D-9A6D59F77073}">
      <dsp:nvSpPr>
        <dsp:cNvPr id="0" name=""/>
        <dsp:cNvSpPr/>
      </dsp:nvSpPr>
      <dsp:spPr>
        <a:xfrm>
          <a:off x="3886202" y="3886197"/>
          <a:ext cx="4834890" cy="1807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0" tIns="426720" rIns="426720" bIns="0" numCol="1" spcCol="1270" anchor="t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0" kern="1200" dirty="0" smtClean="0"/>
            <a:t>Hanger</a:t>
          </a:r>
          <a:r>
            <a:rPr lang="en-US" sz="6000" kern="1200" baseline="0" dirty="0" smtClean="0"/>
            <a:t> Rods</a:t>
          </a:r>
          <a:endParaRPr lang="en-US" sz="6000" kern="1200" dirty="0"/>
        </a:p>
      </dsp:txBody>
      <dsp:txXfrm>
        <a:off x="3886202" y="3886197"/>
        <a:ext cx="4834890" cy="180771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B15C5-76BA-9845-833D-907631A0CC26}">
      <dsp:nvSpPr>
        <dsp:cNvPr id="0" name=""/>
        <dsp:cNvSpPr/>
      </dsp:nvSpPr>
      <dsp:spPr>
        <a:xfrm>
          <a:off x="127830" y="852"/>
          <a:ext cx="2547189" cy="2232497"/>
        </a:xfrm>
        <a:prstGeom prst="roundRect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F02DF4-EBE5-6D44-8204-564B415BF97F}">
      <dsp:nvSpPr>
        <dsp:cNvPr id="0" name=""/>
        <dsp:cNvSpPr/>
      </dsp:nvSpPr>
      <dsp:spPr>
        <a:xfrm>
          <a:off x="145009" y="2069292"/>
          <a:ext cx="2507816" cy="930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0" numCol="1" spcCol="1270" anchor="t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Flat Washers</a:t>
          </a:r>
          <a:endParaRPr lang="en-US" sz="2600" kern="1200" dirty="0"/>
        </a:p>
      </dsp:txBody>
      <dsp:txXfrm>
        <a:off x="145009" y="2069292"/>
        <a:ext cx="2507816" cy="930399"/>
      </dsp:txXfrm>
    </dsp:sp>
    <dsp:sp modelId="{33578065-36AA-204B-ADC8-A2EF1BE5F9C6}">
      <dsp:nvSpPr>
        <dsp:cNvPr id="0" name=""/>
        <dsp:cNvSpPr/>
      </dsp:nvSpPr>
      <dsp:spPr>
        <a:xfrm>
          <a:off x="2925906" y="19349"/>
          <a:ext cx="2569558" cy="2158509"/>
        </a:xfrm>
        <a:prstGeom prst="roundRect">
          <a:avLst/>
        </a:prstGeom>
        <a:blipFill dpi="0" rotWithShape="1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AC2D46-D0EA-D945-B05C-7A8878E818A8}">
      <dsp:nvSpPr>
        <dsp:cNvPr id="0" name=""/>
        <dsp:cNvSpPr/>
      </dsp:nvSpPr>
      <dsp:spPr>
        <a:xfrm>
          <a:off x="2956778" y="1962546"/>
          <a:ext cx="2507816" cy="930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0" numCol="1" spcCol="1270" anchor="t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Spring Washers</a:t>
          </a:r>
          <a:endParaRPr lang="en-US" sz="2600" kern="1200" dirty="0"/>
        </a:p>
      </dsp:txBody>
      <dsp:txXfrm>
        <a:off x="2956778" y="1962546"/>
        <a:ext cx="2507816" cy="930399"/>
      </dsp:txXfrm>
    </dsp:sp>
    <dsp:sp modelId="{265E6383-2779-BD4E-866D-01217EA25227}">
      <dsp:nvSpPr>
        <dsp:cNvPr id="0" name=""/>
        <dsp:cNvSpPr/>
      </dsp:nvSpPr>
      <dsp:spPr>
        <a:xfrm>
          <a:off x="5751393" y="19349"/>
          <a:ext cx="2497734" cy="2158509"/>
        </a:xfrm>
        <a:prstGeom prst="roundRect">
          <a:avLst/>
        </a:prstGeom>
        <a:blipFill>
          <a:blip xmlns:r="http://schemas.openxmlformats.org/officeDocument/2006/relationships"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439145-D3A0-B741-BAC5-DD72DF8F0170}">
      <dsp:nvSpPr>
        <dsp:cNvPr id="0" name=""/>
        <dsp:cNvSpPr/>
      </dsp:nvSpPr>
      <dsp:spPr>
        <a:xfrm>
          <a:off x="5746352" y="1962546"/>
          <a:ext cx="2507816" cy="930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0" numCol="1" spcCol="1270" anchor="t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Camber Cam Washers</a:t>
          </a:r>
          <a:endParaRPr lang="en-US" sz="2600" kern="1200" dirty="0"/>
        </a:p>
      </dsp:txBody>
      <dsp:txXfrm>
        <a:off x="5746352" y="1962546"/>
        <a:ext cx="2507816" cy="930399"/>
      </dsp:txXfrm>
    </dsp:sp>
    <dsp:sp modelId="{AEA15E6E-5514-FB47-A425-F6E8664B0F7C}">
      <dsp:nvSpPr>
        <dsp:cNvPr id="0" name=""/>
        <dsp:cNvSpPr/>
      </dsp:nvSpPr>
      <dsp:spPr>
        <a:xfrm>
          <a:off x="2937091" y="3162225"/>
          <a:ext cx="2507816" cy="1727885"/>
        </a:xfrm>
        <a:prstGeom prst="roundRect">
          <a:avLst/>
        </a:prstGeom>
        <a:blipFill>
          <a:blip xmlns:r="http://schemas.openxmlformats.org/officeDocument/2006/relationships"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B704A9-784E-9948-8D3A-E43F2BDAFB33}">
      <dsp:nvSpPr>
        <dsp:cNvPr id="0" name=""/>
        <dsp:cNvSpPr/>
      </dsp:nvSpPr>
      <dsp:spPr>
        <a:xfrm>
          <a:off x="2937091" y="4890110"/>
          <a:ext cx="2507816" cy="930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0" numCol="1" spcCol="1270" anchor="t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Conical Washers</a:t>
          </a:r>
          <a:endParaRPr lang="en-US" sz="2600" kern="1200" dirty="0"/>
        </a:p>
      </dsp:txBody>
      <dsp:txXfrm>
        <a:off x="2937091" y="4890110"/>
        <a:ext cx="2507816" cy="93039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5AEA0-99E4-EA4A-9C47-FF4A73AB2844}">
      <dsp:nvSpPr>
        <dsp:cNvPr id="0" name=""/>
        <dsp:cNvSpPr/>
      </dsp:nvSpPr>
      <dsp:spPr>
        <a:xfrm>
          <a:off x="4581" y="705914"/>
          <a:ext cx="3022415" cy="6499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Bolts, Screws</a:t>
          </a:r>
          <a:endParaRPr lang="en-US" sz="1500" kern="1200" dirty="0"/>
        </a:p>
      </dsp:txBody>
      <dsp:txXfrm>
        <a:off x="23618" y="724951"/>
        <a:ext cx="2984341" cy="611888"/>
      </dsp:txXfrm>
    </dsp:sp>
    <dsp:sp modelId="{529D1C15-4872-244C-A2A4-CF764C1977CA}">
      <dsp:nvSpPr>
        <dsp:cNvPr id="0" name=""/>
        <dsp:cNvSpPr/>
      </dsp:nvSpPr>
      <dsp:spPr>
        <a:xfrm>
          <a:off x="306823" y="1355877"/>
          <a:ext cx="302241" cy="3746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606"/>
              </a:lnTo>
              <a:lnTo>
                <a:pt x="302241" y="37460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216D9D-59AC-604A-A1C2-7461D8C18526}">
      <dsp:nvSpPr>
        <dsp:cNvPr id="0" name=""/>
        <dsp:cNvSpPr/>
      </dsp:nvSpPr>
      <dsp:spPr>
        <a:xfrm>
          <a:off x="609064" y="1530122"/>
          <a:ext cx="2729722" cy="400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RM inspection</a:t>
          </a:r>
          <a:endParaRPr lang="en-US" sz="1700" kern="1200" dirty="0"/>
        </a:p>
      </dsp:txBody>
      <dsp:txXfrm>
        <a:off x="620801" y="1541859"/>
        <a:ext cx="2706248" cy="377248"/>
      </dsp:txXfrm>
    </dsp:sp>
    <dsp:sp modelId="{6A11B343-3AA4-F84C-81CF-580C90A83A8A}">
      <dsp:nvSpPr>
        <dsp:cNvPr id="0" name=""/>
        <dsp:cNvSpPr/>
      </dsp:nvSpPr>
      <dsp:spPr>
        <a:xfrm>
          <a:off x="306823" y="1355877"/>
          <a:ext cx="302241" cy="954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4497"/>
              </a:lnTo>
              <a:lnTo>
                <a:pt x="302241" y="9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E1C51-6E92-7042-8DCD-7F9767B6CF68}">
      <dsp:nvSpPr>
        <dsp:cNvPr id="0" name=""/>
        <dsp:cNvSpPr/>
      </dsp:nvSpPr>
      <dsp:spPr>
        <a:xfrm>
          <a:off x="609064" y="2105089"/>
          <a:ext cx="2767292" cy="4105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Cold Forging</a:t>
          </a:r>
          <a:endParaRPr lang="en-US" sz="1700" kern="1200" dirty="0"/>
        </a:p>
      </dsp:txBody>
      <dsp:txXfrm>
        <a:off x="621089" y="2117114"/>
        <a:ext cx="2743242" cy="386520"/>
      </dsp:txXfrm>
    </dsp:sp>
    <dsp:sp modelId="{59654C8F-468B-0449-9256-0399C8F34C4C}">
      <dsp:nvSpPr>
        <dsp:cNvPr id="0" name=""/>
        <dsp:cNvSpPr/>
      </dsp:nvSpPr>
      <dsp:spPr>
        <a:xfrm>
          <a:off x="306823" y="1355877"/>
          <a:ext cx="302241" cy="1489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9458"/>
              </a:lnTo>
              <a:lnTo>
                <a:pt x="302241" y="14894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A695A-708C-484F-AE57-4863E7F91BA0}">
      <dsp:nvSpPr>
        <dsp:cNvPr id="0" name=""/>
        <dsp:cNvSpPr/>
      </dsp:nvSpPr>
      <dsp:spPr>
        <a:xfrm>
          <a:off x="609064" y="2689905"/>
          <a:ext cx="2752817" cy="3108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Thread Rolling</a:t>
          </a:r>
          <a:endParaRPr lang="en-US" sz="1700" kern="1200" dirty="0"/>
        </a:p>
      </dsp:txBody>
      <dsp:txXfrm>
        <a:off x="618169" y="2699010"/>
        <a:ext cx="2734607" cy="292650"/>
      </dsp:txXfrm>
    </dsp:sp>
    <dsp:sp modelId="{A0FE27EE-2148-DB4D-9836-5471CEAB5540}">
      <dsp:nvSpPr>
        <dsp:cNvPr id="0" name=""/>
        <dsp:cNvSpPr/>
      </dsp:nvSpPr>
      <dsp:spPr>
        <a:xfrm>
          <a:off x="306823" y="1355877"/>
          <a:ext cx="302241" cy="1986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6133"/>
              </a:lnTo>
              <a:lnTo>
                <a:pt x="302241" y="19861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3FEDDA-ACE0-4A49-B369-F3BC228F0E3D}">
      <dsp:nvSpPr>
        <dsp:cNvPr id="0" name=""/>
        <dsp:cNvSpPr/>
      </dsp:nvSpPr>
      <dsp:spPr>
        <a:xfrm>
          <a:off x="609064" y="3175010"/>
          <a:ext cx="2752828" cy="33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Heat Treatment</a:t>
          </a:r>
          <a:endParaRPr lang="en-US" sz="1700" kern="1200" dirty="0"/>
        </a:p>
      </dsp:txBody>
      <dsp:txXfrm>
        <a:off x="618847" y="3184793"/>
        <a:ext cx="2733262" cy="314434"/>
      </dsp:txXfrm>
    </dsp:sp>
    <dsp:sp modelId="{5F279B05-DD35-2246-A906-D0484C7FF109}">
      <dsp:nvSpPr>
        <dsp:cNvPr id="0" name=""/>
        <dsp:cNvSpPr/>
      </dsp:nvSpPr>
      <dsp:spPr>
        <a:xfrm>
          <a:off x="306823" y="1355877"/>
          <a:ext cx="302241" cy="2538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8072"/>
              </a:lnTo>
              <a:lnTo>
                <a:pt x="302241" y="25380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016AB5-EF93-614C-8EEE-8BCBF506D4CE}">
      <dsp:nvSpPr>
        <dsp:cNvPr id="0" name=""/>
        <dsp:cNvSpPr/>
      </dsp:nvSpPr>
      <dsp:spPr>
        <a:xfrm>
          <a:off x="609064" y="3683255"/>
          <a:ext cx="2806735" cy="421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Eddy Current Testing</a:t>
          </a:r>
          <a:endParaRPr lang="en-US" sz="1700" kern="1200" dirty="0"/>
        </a:p>
      </dsp:txBody>
      <dsp:txXfrm>
        <a:off x="621406" y="3695597"/>
        <a:ext cx="2782051" cy="396703"/>
      </dsp:txXfrm>
    </dsp:sp>
    <dsp:sp modelId="{2D1E5F7E-3D98-664A-8E12-8B569931AF76}">
      <dsp:nvSpPr>
        <dsp:cNvPr id="0" name=""/>
        <dsp:cNvSpPr/>
      </dsp:nvSpPr>
      <dsp:spPr>
        <a:xfrm>
          <a:off x="306823" y="1355877"/>
          <a:ext cx="302241" cy="3125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25508"/>
              </a:lnTo>
              <a:lnTo>
                <a:pt x="302241" y="312550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D216D7-9ACC-3947-8E13-243F76854B6B}">
      <dsp:nvSpPr>
        <dsp:cNvPr id="0" name=""/>
        <dsp:cNvSpPr/>
      </dsp:nvSpPr>
      <dsp:spPr>
        <a:xfrm>
          <a:off x="609064" y="4278888"/>
          <a:ext cx="2768028" cy="4049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Surface Treatment</a:t>
          </a:r>
          <a:endParaRPr lang="en-US" sz="1700" kern="1200" dirty="0"/>
        </a:p>
      </dsp:txBody>
      <dsp:txXfrm>
        <a:off x="620926" y="4290750"/>
        <a:ext cx="2744304" cy="381270"/>
      </dsp:txXfrm>
    </dsp:sp>
    <dsp:sp modelId="{DC0A0BB5-B188-914C-9CD5-647F09FC29C9}">
      <dsp:nvSpPr>
        <dsp:cNvPr id="0" name=""/>
        <dsp:cNvSpPr/>
      </dsp:nvSpPr>
      <dsp:spPr>
        <a:xfrm>
          <a:off x="306823" y="1355877"/>
          <a:ext cx="302241" cy="3733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3147"/>
              </a:lnTo>
              <a:lnTo>
                <a:pt x="302241" y="373314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433124-8761-3742-9BF1-C7D72CAF5F2F}">
      <dsp:nvSpPr>
        <dsp:cNvPr id="0" name=""/>
        <dsp:cNvSpPr/>
      </dsp:nvSpPr>
      <dsp:spPr>
        <a:xfrm>
          <a:off x="609064" y="4858128"/>
          <a:ext cx="2829429" cy="4617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Final Inspection</a:t>
          </a:r>
          <a:endParaRPr lang="en-US" sz="1700" kern="1200" dirty="0"/>
        </a:p>
      </dsp:txBody>
      <dsp:txXfrm>
        <a:off x="622589" y="4871653"/>
        <a:ext cx="2802379" cy="434741"/>
      </dsp:txXfrm>
    </dsp:sp>
    <dsp:sp modelId="{33970F6F-1803-CE48-B14C-F1A62448B7B1}">
      <dsp:nvSpPr>
        <dsp:cNvPr id="0" name=""/>
        <dsp:cNvSpPr/>
      </dsp:nvSpPr>
      <dsp:spPr>
        <a:xfrm>
          <a:off x="306823" y="1355877"/>
          <a:ext cx="302241" cy="43910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1048"/>
              </a:lnTo>
              <a:lnTo>
                <a:pt x="302241" y="439104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6C50E3-16F6-8940-B753-2FFC6562CC1F}">
      <dsp:nvSpPr>
        <dsp:cNvPr id="0" name=""/>
        <dsp:cNvSpPr/>
      </dsp:nvSpPr>
      <dsp:spPr>
        <a:xfrm>
          <a:off x="609064" y="5494165"/>
          <a:ext cx="2829429" cy="5055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Packaging and Dispatch</a:t>
          </a:r>
          <a:endParaRPr lang="en-US" sz="1700" kern="1200" dirty="0"/>
        </a:p>
      </dsp:txBody>
      <dsp:txXfrm>
        <a:off x="623870" y="5508971"/>
        <a:ext cx="2799817" cy="475908"/>
      </dsp:txXfrm>
    </dsp:sp>
    <dsp:sp modelId="{7B34BD47-D96A-CD45-B93B-BF006097E67A}">
      <dsp:nvSpPr>
        <dsp:cNvPr id="0" name=""/>
        <dsp:cNvSpPr/>
      </dsp:nvSpPr>
      <dsp:spPr>
        <a:xfrm>
          <a:off x="3569819" y="2988442"/>
          <a:ext cx="1760294" cy="510608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rgbClr val="558ED5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Secondary Operations</a:t>
          </a:r>
          <a:endParaRPr lang="en-US" sz="1500" kern="1200" dirty="0"/>
        </a:p>
      </dsp:txBody>
      <dsp:txXfrm>
        <a:off x="3584774" y="3003397"/>
        <a:ext cx="1730384" cy="480698"/>
      </dsp:txXfrm>
    </dsp:sp>
    <dsp:sp modelId="{E499C4FE-3EFC-9A4E-893C-E3D4854902FE}">
      <dsp:nvSpPr>
        <dsp:cNvPr id="0" name=""/>
        <dsp:cNvSpPr/>
      </dsp:nvSpPr>
      <dsp:spPr>
        <a:xfrm>
          <a:off x="5484271" y="705914"/>
          <a:ext cx="1393961" cy="6969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Nuts</a:t>
          </a:r>
          <a:endParaRPr lang="en-US" sz="1500" kern="1200" dirty="0"/>
        </a:p>
      </dsp:txBody>
      <dsp:txXfrm>
        <a:off x="5504685" y="726328"/>
        <a:ext cx="1353133" cy="656152"/>
      </dsp:txXfrm>
    </dsp:sp>
    <dsp:sp modelId="{98C610C8-2D16-6E4E-94E4-76BBEEADFCD8}">
      <dsp:nvSpPr>
        <dsp:cNvPr id="0" name=""/>
        <dsp:cNvSpPr/>
      </dsp:nvSpPr>
      <dsp:spPr>
        <a:xfrm>
          <a:off x="5623668" y="1402895"/>
          <a:ext cx="139396" cy="3746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606"/>
              </a:lnTo>
              <a:lnTo>
                <a:pt x="139396" y="37460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8666C3-126A-394E-A728-77298635886F}">
      <dsp:nvSpPr>
        <dsp:cNvPr id="0" name=""/>
        <dsp:cNvSpPr/>
      </dsp:nvSpPr>
      <dsp:spPr>
        <a:xfrm>
          <a:off x="5763064" y="1577140"/>
          <a:ext cx="2729722" cy="4007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RM inspection</a:t>
          </a:r>
          <a:endParaRPr lang="en-US" sz="1700" kern="1200" dirty="0"/>
        </a:p>
      </dsp:txBody>
      <dsp:txXfrm>
        <a:off x="5774801" y="1588877"/>
        <a:ext cx="2706248" cy="377248"/>
      </dsp:txXfrm>
    </dsp:sp>
    <dsp:sp modelId="{8920E1F9-6281-DB41-8192-50BA8BF21804}">
      <dsp:nvSpPr>
        <dsp:cNvPr id="0" name=""/>
        <dsp:cNvSpPr/>
      </dsp:nvSpPr>
      <dsp:spPr>
        <a:xfrm>
          <a:off x="5623668" y="1402895"/>
          <a:ext cx="139396" cy="954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4497"/>
              </a:lnTo>
              <a:lnTo>
                <a:pt x="139396" y="9544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637FEC-C7F0-714D-8DD7-BE983DCEE623}">
      <dsp:nvSpPr>
        <dsp:cNvPr id="0" name=""/>
        <dsp:cNvSpPr/>
      </dsp:nvSpPr>
      <dsp:spPr>
        <a:xfrm>
          <a:off x="5763064" y="2152107"/>
          <a:ext cx="2767292" cy="4105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Cold Forging</a:t>
          </a:r>
          <a:endParaRPr lang="en-US" sz="1700" kern="1200" dirty="0"/>
        </a:p>
      </dsp:txBody>
      <dsp:txXfrm>
        <a:off x="5775089" y="2164132"/>
        <a:ext cx="2743242" cy="386520"/>
      </dsp:txXfrm>
    </dsp:sp>
    <dsp:sp modelId="{B7A703FF-32B5-504C-B67C-2CEE07B39D9E}">
      <dsp:nvSpPr>
        <dsp:cNvPr id="0" name=""/>
        <dsp:cNvSpPr/>
      </dsp:nvSpPr>
      <dsp:spPr>
        <a:xfrm>
          <a:off x="5623668" y="1402895"/>
          <a:ext cx="139396" cy="1565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5125"/>
              </a:lnTo>
              <a:lnTo>
                <a:pt x="139396" y="15651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83467B-B9E0-D346-B18E-BC030AD96149}">
      <dsp:nvSpPr>
        <dsp:cNvPr id="0" name=""/>
        <dsp:cNvSpPr/>
      </dsp:nvSpPr>
      <dsp:spPr>
        <a:xfrm>
          <a:off x="5763064" y="2736923"/>
          <a:ext cx="2794223" cy="4621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Nut Tapping</a:t>
          </a:r>
          <a:endParaRPr lang="en-US" sz="1700" kern="1200" dirty="0"/>
        </a:p>
      </dsp:txBody>
      <dsp:txXfrm>
        <a:off x="5776601" y="2750460"/>
        <a:ext cx="2767149" cy="435121"/>
      </dsp:txXfrm>
    </dsp:sp>
    <dsp:sp modelId="{33A5395B-DDB4-6F4D-B052-D9A7CDCE2F2B}">
      <dsp:nvSpPr>
        <dsp:cNvPr id="0" name=""/>
        <dsp:cNvSpPr/>
      </dsp:nvSpPr>
      <dsp:spPr>
        <a:xfrm>
          <a:off x="5623668" y="1402895"/>
          <a:ext cx="139396" cy="22054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5494"/>
              </a:lnTo>
              <a:lnTo>
                <a:pt x="139396" y="220549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580C4-E8A3-FC47-8E07-7D5A035E59DA}">
      <dsp:nvSpPr>
        <dsp:cNvPr id="0" name=""/>
        <dsp:cNvSpPr/>
      </dsp:nvSpPr>
      <dsp:spPr>
        <a:xfrm>
          <a:off x="5763064" y="3373364"/>
          <a:ext cx="2752828" cy="4700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Heat Treatment</a:t>
          </a:r>
          <a:endParaRPr lang="en-US" sz="1700" kern="1200" dirty="0"/>
        </a:p>
      </dsp:txBody>
      <dsp:txXfrm>
        <a:off x="5776831" y="3387131"/>
        <a:ext cx="2725294" cy="442516"/>
      </dsp:txXfrm>
    </dsp:sp>
    <dsp:sp modelId="{CFB07405-2498-8D4F-BC60-F851EF72CE2C}">
      <dsp:nvSpPr>
        <dsp:cNvPr id="0" name=""/>
        <dsp:cNvSpPr/>
      </dsp:nvSpPr>
      <dsp:spPr>
        <a:xfrm>
          <a:off x="5623668" y="1402895"/>
          <a:ext cx="139396" cy="28404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0443"/>
              </a:lnTo>
              <a:lnTo>
                <a:pt x="139396" y="284044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370B70-0967-6843-9C2A-77C854B36F7C}">
      <dsp:nvSpPr>
        <dsp:cNvPr id="0" name=""/>
        <dsp:cNvSpPr/>
      </dsp:nvSpPr>
      <dsp:spPr>
        <a:xfrm>
          <a:off x="5763064" y="4017660"/>
          <a:ext cx="2829429" cy="4513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Plating</a:t>
          </a:r>
          <a:endParaRPr lang="en-US" sz="1700" kern="1200" dirty="0"/>
        </a:p>
      </dsp:txBody>
      <dsp:txXfrm>
        <a:off x="5776284" y="4030880"/>
        <a:ext cx="2802989" cy="424917"/>
      </dsp:txXfrm>
    </dsp:sp>
    <dsp:sp modelId="{9327A735-5247-F24B-9751-036BD219ABCF}">
      <dsp:nvSpPr>
        <dsp:cNvPr id="0" name=""/>
        <dsp:cNvSpPr/>
      </dsp:nvSpPr>
      <dsp:spPr>
        <a:xfrm>
          <a:off x="5623668" y="1402895"/>
          <a:ext cx="139396" cy="3471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1263"/>
              </a:lnTo>
              <a:lnTo>
                <a:pt x="139396" y="347126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CDF958-CDFD-8048-A98A-7006A0829B8E}">
      <dsp:nvSpPr>
        <dsp:cNvPr id="0" name=""/>
        <dsp:cNvSpPr/>
      </dsp:nvSpPr>
      <dsp:spPr>
        <a:xfrm>
          <a:off x="5763064" y="4643263"/>
          <a:ext cx="2829429" cy="4617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Final Inspection</a:t>
          </a:r>
          <a:endParaRPr lang="en-US" sz="1700" kern="1200" dirty="0"/>
        </a:p>
      </dsp:txBody>
      <dsp:txXfrm>
        <a:off x="5776589" y="4656788"/>
        <a:ext cx="2802379" cy="434741"/>
      </dsp:txXfrm>
    </dsp:sp>
    <dsp:sp modelId="{1F404A13-7760-654A-A752-FD0679CABDF0}">
      <dsp:nvSpPr>
        <dsp:cNvPr id="0" name=""/>
        <dsp:cNvSpPr/>
      </dsp:nvSpPr>
      <dsp:spPr>
        <a:xfrm>
          <a:off x="5623668" y="1402895"/>
          <a:ext cx="139396" cy="41291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9164"/>
              </a:lnTo>
              <a:lnTo>
                <a:pt x="139396" y="412916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19733-55DD-F649-BDDE-37639AB04999}">
      <dsp:nvSpPr>
        <dsp:cNvPr id="0" name=""/>
        <dsp:cNvSpPr/>
      </dsp:nvSpPr>
      <dsp:spPr>
        <a:xfrm>
          <a:off x="5763064" y="5279299"/>
          <a:ext cx="2829429" cy="5055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Packaging and Dispatch</a:t>
          </a:r>
          <a:endParaRPr lang="en-US" sz="1700" kern="1200" dirty="0"/>
        </a:p>
      </dsp:txBody>
      <dsp:txXfrm>
        <a:off x="5777870" y="5294105"/>
        <a:ext cx="2799817" cy="475908"/>
      </dsp:txXfrm>
    </dsp:sp>
    <dsp:sp modelId="{CDC0056C-340F-4F4A-BCF1-96432883CCAF}">
      <dsp:nvSpPr>
        <dsp:cNvPr id="0" name=""/>
        <dsp:cNvSpPr/>
      </dsp:nvSpPr>
      <dsp:spPr>
        <a:xfrm>
          <a:off x="3581403" y="2057402"/>
          <a:ext cx="1760294" cy="510608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rgbClr val="558ED5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Tooling</a:t>
          </a:r>
          <a:endParaRPr lang="en-US" sz="1500" kern="1200" dirty="0"/>
        </a:p>
      </dsp:txBody>
      <dsp:txXfrm>
        <a:off x="3596358" y="2072357"/>
        <a:ext cx="1730384" cy="480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AADDB-17EB-7D45-A66E-81A558E1CA27}" type="datetimeFigureOut">
              <a:rPr lang="en-US" smtClean="0"/>
              <a:t>8/11/20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517E4-39E1-5340-8968-A10B4553A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648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E021A-FCA2-4BAD-B1D0-5EAE12AE02C1}" type="datetimeFigureOut">
              <a:rPr lang="en-US" smtClean="0"/>
              <a:pPr/>
              <a:t>8/11/20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A6B01-7D8A-4457-ACD7-3D05744A29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488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A6B01-7D8A-4457-ACD7-3D05744A29C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0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A6B01-7D8A-4457-ACD7-3D05744A29C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31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21AF-0446-864C-8DC1-43D7D3A8E25D}" type="datetime1">
              <a:rPr lang="en-US" smtClean="0"/>
              <a:t>8/11/20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1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3911-39F8-CB45-8ECC-5DCFDFD35215}" type="datetime1">
              <a:rPr lang="en-US" smtClean="0"/>
              <a:t>8/11/20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E21C-ADE3-F441-9EC6-C54B07E7C169}" type="datetime1">
              <a:rPr lang="en-US" smtClean="0"/>
              <a:t>8/11/20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07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DE33-0F4C-864E-B6BB-1E8D69E41B92}" type="datetime1">
              <a:rPr lang="en-US" smtClean="0"/>
              <a:t>8/11/20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5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BEFE5-D77A-AF47-A146-0A78B656EAD5}" type="datetime1">
              <a:rPr lang="en-US" smtClean="0"/>
              <a:t>8/11/20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9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5438-D930-B343-B4A9-342332EFF62E}" type="datetime1">
              <a:rPr lang="en-US" smtClean="0"/>
              <a:t>8/11/20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4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D885-7A7C-D444-888F-0A0EE34C140B}" type="datetime1">
              <a:rPr lang="en-US" smtClean="0"/>
              <a:t>8/11/20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76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D1633-249E-814D-A993-F729FC78826F}" type="datetime1">
              <a:rPr lang="en-US" smtClean="0"/>
              <a:t>8/11/20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5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124D-2090-0948-A53C-0B1E791A4D9B}" type="datetime1">
              <a:rPr lang="en-US" smtClean="0"/>
              <a:t>8/11/20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9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B4FB-B918-5745-959C-133D5CD54B26}" type="datetime1">
              <a:rPr lang="en-US" smtClean="0"/>
              <a:t>8/11/20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75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D43A-5F19-6741-8A00-E0CC03487570}" type="datetime1">
              <a:rPr lang="en-US" smtClean="0"/>
              <a:t>8/11/20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Hindustan Fasteners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7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8744B-E7ED-9142-A9A0-15E0FFD6D99C}" type="datetime1">
              <a:rPr lang="en-US" smtClean="0"/>
              <a:t>8/11/20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9400" y="6248400"/>
            <a:ext cx="3581400" cy="5016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Hindustan Fasteners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F1FE4-F129-47D9-8A66-C8C61830CB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8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jpe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5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jpe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jpg"/><Relationship Id="rId8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Relationship Id="rId6" Type="http://schemas.microsoft.com/office/2007/relationships/diagramDrawing" Target="../diagrams/drawing6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Relationship Id="rId6" Type="http://schemas.microsoft.com/office/2007/relationships/diagramDrawing" Target="../diagrams/drawing7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Relationship Id="rId6" Type="http://schemas.microsoft.com/office/2007/relationships/diagramDrawing" Target="../diagrams/drawing8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eg"/><Relationship Id="rId3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4" Type="http://schemas.openxmlformats.org/officeDocument/2006/relationships/diagramQuickStyle" Target="../diagrams/quickStyle9.xml"/><Relationship Id="rId5" Type="http://schemas.openxmlformats.org/officeDocument/2006/relationships/diagramColors" Target="../diagrams/colors9.xml"/><Relationship Id="rId6" Type="http://schemas.microsoft.com/office/2007/relationships/diagramDrawing" Target="../diagrams/drawing9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4" Type="http://schemas.openxmlformats.org/officeDocument/2006/relationships/diagramQuickStyle" Target="../diagrams/quickStyle10.xml"/><Relationship Id="rId5" Type="http://schemas.openxmlformats.org/officeDocument/2006/relationships/diagramColors" Target="../diagrams/colors10.xml"/><Relationship Id="rId6" Type="http://schemas.microsoft.com/office/2007/relationships/diagramDrawing" Target="../diagrams/drawing10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4" Type="http://schemas.openxmlformats.org/officeDocument/2006/relationships/diagramQuickStyle" Target="../diagrams/quickStyle11.xml"/><Relationship Id="rId5" Type="http://schemas.openxmlformats.org/officeDocument/2006/relationships/diagramColors" Target="../diagrams/colors11.xml"/><Relationship Id="rId6" Type="http://schemas.microsoft.com/office/2007/relationships/diagramDrawing" Target="../diagrams/drawing11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jpeg"/><Relationship Id="rId3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4" Type="http://schemas.openxmlformats.org/officeDocument/2006/relationships/diagramQuickStyle" Target="../diagrams/quickStyle12.xml"/><Relationship Id="rId5" Type="http://schemas.openxmlformats.org/officeDocument/2006/relationships/diagramColors" Target="../diagrams/colors12.xml"/><Relationship Id="rId6" Type="http://schemas.microsoft.com/office/2007/relationships/diagramDrawing" Target="../diagrams/drawing12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4" Type="http://schemas.openxmlformats.org/officeDocument/2006/relationships/diagramQuickStyle" Target="../diagrams/quickStyle13.xml"/><Relationship Id="rId5" Type="http://schemas.openxmlformats.org/officeDocument/2006/relationships/diagramColors" Target="../diagrams/colors13.xml"/><Relationship Id="rId6" Type="http://schemas.microsoft.com/office/2007/relationships/diagramDrawing" Target="../diagrams/drawing13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4" Type="http://schemas.openxmlformats.org/officeDocument/2006/relationships/diagramQuickStyle" Target="../diagrams/quickStyle14.xml"/><Relationship Id="rId5" Type="http://schemas.openxmlformats.org/officeDocument/2006/relationships/diagramColors" Target="../diagrams/colors14.xml"/><Relationship Id="rId6" Type="http://schemas.microsoft.com/office/2007/relationships/diagramDrawing" Target="../diagrams/drawing14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4" Type="http://schemas.openxmlformats.org/officeDocument/2006/relationships/diagramQuickStyle" Target="../diagrams/quickStyle15.xml"/><Relationship Id="rId5" Type="http://schemas.openxmlformats.org/officeDocument/2006/relationships/diagramColors" Target="../diagrams/colors15.xml"/><Relationship Id="rId6" Type="http://schemas.microsoft.com/office/2007/relationships/diagramDrawing" Target="../diagrams/drawing15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4" Type="http://schemas.openxmlformats.org/officeDocument/2006/relationships/diagramQuickStyle" Target="../diagrams/quickStyle16.xml"/><Relationship Id="rId5" Type="http://schemas.openxmlformats.org/officeDocument/2006/relationships/diagramColors" Target="../diagrams/colors16.xml"/><Relationship Id="rId6" Type="http://schemas.microsoft.com/office/2007/relationships/diagramDrawing" Target="../diagrams/drawing16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4" Type="http://schemas.openxmlformats.org/officeDocument/2006/relationships/diagramQuickStyle" Target="../diagrams/quickStyle17.xml"/><Relationship Id="rId5" Type="http://schemas.openxmlformats.org/officeDocument/2006/relationships/diagramColors" Target="../diagrams/colors17.xml"/><Relationship Id="rId6" Type="http://schemas.microsoft.com/office/2007/relationships/diagramDrawing" Target="../diagrams/drawing17.xml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4" Type="http://schemas.openxmlformats.org/officeDocument/2006/relationships/image" Target="../media/image111.jpeg"/><Relationship Id="rId5" Type="http://schemas.openxmlformats.org/officeDocument/2006/relationships/image" Target="../media/image112.jpeg"/><Relationship Id="rId6" Type="http://schemas.openxmlformats.org/officeDocument/2006/relationships/image" Target="../media/image113.jpe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4" Type="http://schemas.openxmlformats.org/officeDocument/2006/relationships/image" Target="../media/image116.jpe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118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4" Type="http://schemas.microsoft.com/office/2007/relationships/hdphoto" Target="../media/hdphoto2.wdp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4" Type="http://schemas.openxmlformats.org/officeDocument/2006/relationships/image" Target="../media/image123.jpeg"/><Relationship Id="rId5" Type="http://schemas.openxmlformats.org/officeDocument/2006/relationships/image" Target="../media/image124.jpeg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4" Type="http://schemas.openxmlformats.org/officeDocument/2006/relationships/image" Target="../media/image12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eg"/><Relationship Id="rId4" Type="http://schemas.openxmlformats.org/officeDocument/2006/relationships/image" Target="../media/image130.jpe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Screen Shot 2019-05-07 at 10.29.56 AM.png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868" r="-391" b="-21630"/>
          <a:stretch/>
        </p:blipFill>
        <p:spPr>
          <a:xfrm>
            <a:off x="0" y="0"/>
            <a:ext cx="8991600" cy="6636336"/>
          </a:xfrm>
        </p:spPr>
      </p:pic>
    </p:spTree>
    <p:extLst>
      <p:ext uri="{BB962C8B-B14F-4D97-AF65-F5344CB8AC3E}">
        <p14:creationId xmlns:p14="http://schemas.microsoft.com/office/powerpoint/2010/main" val="42151903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Company Profile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269535"/>
              </p:ext>
            </p:extLst>
          </p:nvPr>
        </p:nvGraphicFramePr>
        <p:xfrm>
          <a:off x="457200" y="1600200"/>
          <a:ext cx="8229600" cy="404875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Established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latin typeface="Calibri" panose="020F0502020204030204" pitchFamily="34" charset="0"/>
                          <a:ea typeface="굴림" pitchFamily="50" charset="-127"/>
                        </a:rPr>
                        <a:t>Hindustan Fasteners  In 1970 &amp; Precision Forging and Stamping  In  1982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Cold and Hot</a:t>
                      </a:r>
                      <a:r>
                        <a:rPr lang="en-US" baseline="0" dirty="0" smtClean="0"/>
                        <a:t> Formed </a:t>
                      </a:r>
                      <a:r>
                        <a:rPr lang="en-US" dirty="0" smtClean="0"/>
                        <a:t>High Tensile Fasteners and Parts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Sales</a:t>
                      </a:r>
                      <a:r>
                        <a:rPr lang="en-US" baseline="0" dirty="0" smtClean="0"/>
                        <a:t> Turnover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latin typeface="Calibri" panose="020F0502020204030204" pitchFamily="34" charset="0"/>
                          <a:ea typeface="굴림" pitchFamily="50" charset="-127"/>
                        </a:rPr>
                        <a:t>FY 19-20</a:t>
                      </a:r>
                      <a:r>
                        <a:rPr lang="en-US" altLang="ko-KR" baseline="0" dirty="0" smtClean="0">
                          <a:latin typeface="Calibri" panose="020F0502020204030204" pitchFamily="34" charset="0"/>
                          <a:ea typeface="굴림" pitchFamily="50" charset="-127"/>
                        </a:rPr>
                        <a:t> </a:t>
                      </a:r>
                      <a:r>
                        <a:rPr lang="en-US" altLang="ko-KR" dirty="0" err="1" smtClean="0">
                          <a:latin typeface="Calibri" panose="020F0502020204030204" pitchFamily="34" charset="0"/>
                          <a:ea typeface="굴림" pitchFamily="50" charset="-127"/>
                        </a:rPr>
                        <a:t>Rs</a:t>
                      </a:r>
                      <a:r>
                        <a:rPr lang="en-US" altLang="ko-KR" baseline="0" dirty="0" smtClean="0">
                          <a:latin typeface="Calibri" panose="020F0502020204030204" pitchFamily="34" charset="0"/>
                          <a:ea typeface="굴림" pitchFamily="50" charset="-127"/>
                        </a:rPr>
                        <a:t> </a:t>
                      </a:r>
                      <a:r>
                        <a:rPr lang="en-US" altLang="ko-KR" dirty="0" smtClean="0">
                          <a:latin typeface="Calibri" panose="020F0502020204030204" pitchFamily="34" charset="0"/>
                          <a:ea typeface="굴림" pitchFamily="50" charset="-127"/>
                        </a:rPr>
                        <a:t>120 Cr</a:t>
                      </a:r>
                      <a:endParaRPr lang="en-US" altLang="ko-KR" dirty="0" smtClean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굴림" pitchFamily="50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latin typeface="Calibri" panose="020F0502020204030204" pitchFamily="34" charset="0"/>
                          <a:ea typeface="굴림" pitchFamily="50" charset="-127"/>
                        </a:rPr>
                        <a:t>Quality Certification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IATF</a:t>
                      </a:r>
                      <a:r>
                        <a:rPr lang="en-US" baseline="0" dirty="0" smtClean="0"/>
                        <a:t> 16949-2016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latin typeface="Calibri" panose="020F0502020204030204" pitchFamily="34" charset="0"/>
                          <a:ea typeface="굴림" pitchFamily="50" charset="-127"/>
                        </a:rPr>
                        <a:t>Employee Strength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latin typeface="Calibri" panose="020F0502020204030204" pitchFamily="34" charset="0"/>
                          <a:ea typeface="굴림" pitchFamily="50" charset="-127"/>
                        </a:rPr>
                        <a:t>500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 Capacity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36000 MT </a:t>
                      </a:r>
                      <a:r>
                        <a:rPr lang="en-US" dirty="0" err="1" smtClean="0"/>
                        <a:t>p.a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Customer</a:t>
                      </a:r>
                      <a:r>
                        <a:rPr lang="en-US" baseline="0" dirty="0" smtClean="0"/>
                        <a:t> Segments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Automotive, Industrial, Agricultural,</a:t>
                      </a:r>
                      <a:r>
                        <a:rPr lang="en-US" baseline="0" dirty="0" smtClean="0"/>
                        <a:t> Construction, Defense, Electrical, Aftermarket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International Presence/ Exports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United States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27A9EA"/>
                </a:solidFill>
              </a:rPr>
              <a:t>        Hindustan Fasteners                                                                       Precision Forging and Stamping</a:t>
            </a:r>
            <a:endParaRPr lang="en-US" dirty="0">
              <a:solidFill>
                <a:srgbClr val="27A9EA"/>
              </a:solidFill>
            </a:endParaRPr>
          </a:p>
        </p:txBody>
      </p:sp>
      <p:pic>
        <p:nvPicPr>
          <p:cNvPr id="8" name="Picture 7" descr="HF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90" y="0"/>
            <a:ext cx="419885" cy="313315"/>
          </a:xfrm>
          <a:prstGeom prst="rect">
            <a:avLst/>
          </a:prstGeom>
        </p:spPr>
      </p:pic>
      <p:pic>
        <p:nvPicPr>
          <p:cNvPr id="9" name="Picture 8" descr="PFS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9389" cy="31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781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Screen Shot 2019-09-19 at 7.02.24 PM.png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/>
          <a:stretch/>
        </p:blipFill>
        <p:spPr>
          <a:xfrm>
            <a:off x="6035902" y="1600200"/>
            <a:ext cx="2650898" cy="4525963"/>
          </a:xfrm>
        </p:spPr>
      </p:pic>
      <p:pic>
        <p:nvPicPr>
          <p:cNvPr id="4" name="Picture 3" descr="Screen Shot 2019-05-08 at 4.51.31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  <p:pic>
        <p:nvPicPr>
          <p:cNvPr id="5" name="Picture 4" descr="Screen Shot 2019-09-19 at 7.00.07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381000"/>
            <a:ext cx="4395576" cy="6225493"/>
          </a:xfrm>
          <a:prstGeom prst="rect">
            <a:avLst/>
          </a:prstGeom>
        </p:spPr>
      </p:pic>
      <p:pic>
        <p:nvPicPr>
          <p:cNvPr id="7" name="Picture 6" descr="Screen Shot 2019-09-19 at 7.02.24 PM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3" y="533400"/>
            <a:ext cx="4262523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344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715"/>
            <a:ext cx="8229600" cy="1143000"/>
          </a:xfrm>
        </p:spPr>
        <p:txBody>
          <a:bodyPr/>
          <a:lstStyle/>
          <a:p>
            <a:r>
              <a:rPr lang="en-US" dirty="0" smtClean="0"/>
              <a:t>Manufacturing </a:t>
            </a:r>
            <a:r>
              <a:rPr lang="en-IN" dirty="0">
                <a:latin typeface="Calibri" panose="020F0502020204030204" pitchFamily="34" charset="0"/>
              </a:rPr>
              <a:t>Plant locations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533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400" b="1" dirty="0">
                <a:latin typeface="Calibri" panose="020F0502020204030204" pitchFamily="34" charset="0"/>
              </a:rPr>
              <a:t>4 plants in Satpur MIDC , Nashik ,Maharashtra spread over an area of 1,60,000 Square Meters</a:t>
            </a:r>
          </a:p>
          <a:p>
            <a:endParaRPr lang="en-US" dirty="0"/>
          </a:p>
        </p:txBody>
      </p:sp>
      <p:pic>
        <p:nvPicPr>
          <p:cNvPr id="4" name="Picture 3" descr="324c558c-b0c9-4454-94d9-661cc957a0ae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219200"/>
            <a:ext cx="3810000" cy="2857500"/>
          </a:xfrm>
          <a:prstGeom prst="rect">
            <a:avLst/>
          </a:prstGeom>
        </p:spPr>
      </p:pic>
      <p:pic>
        <p:nvPicPr>
          <p:cNvPr id="5" name="Picture 4" descr="Screen Shot 2019-05-07 at 10.49.01 A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0" y="1219200"/>
            <a:ext cx="4824820" cy="2819400"/>
          </a:xfrm>
          <a:prstGeom prst="rect">
            <a:avLst/>
          </a:prstGeom>
        </p:spPr>
      </p:pic>
      <p:pic>
        <p:nvPicPr>
          <p:cNvPr id="6" name="Picture 5" descr="75abd84b-b195-401a-a904-b7095a3de5b7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4191000"/>
            <a:ext cx="3810000" cy="2522267"/>
          </a:xfrm>
          <a:prstGeom prst="rect">
            <a:avLst/>
          </a:prstGeom>
        </p:spPr>
      </p:pic>
      <p:pic>
        <p:nvPicPr>
          <p:cNvPr id="8" name="Picture 7" descr="DSC03060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9600" y="4048039"/>
            <a:ext cx="4525884" cy="2814056"/>
          </a:xfrm>
          <a:prstGeom prst="rect">
            <a:avLst/>
          </a:prstGeom>
        </p:spPr>
      </p:pic>
      <p:pic>
        <p:nvPicPr>
          <p:cNvPr id="11" name="Picture 10" descr="Screen Shot 2019-05-08 at 4.51.31 PM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050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DSC03052.JPG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308" r="-77" b="-447"/>
          <a:stretch/>
        </p:blipFill>
        <p:spPr>
          <a:xfrm>
            <a:off x="1437" y="381000"/>
            <a:ext cx="4797656" cy="3200400"/>
          </a:xfrm>
        </p:spPr>
      </p:pic>
      <p:pic>
        <p:nvPicPr>
          <p:cNvPr id="5" name="Picture 4" descr="da330a91-801c-4f99-a91f-02986577ec66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7730" y="609600"/>
            <a:ext cx="4379748" cy="3008281"/>
          </a:xfrm>
          <a:prstGeom prst="rect">
            <a:avLst/>
          </a:prstGeom>
        </p:spPr>
      </p:pic>
      <p:pic>
        <p:nvPicPr>
          <p:cNvPr id="6" name="Picture 5" descr="DSC03050.JP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3810000"/>
            <a:ext cx="6807748" cy="3048000"/>
          </a:xfrm>
          <a:prstGeom prst="rect">
            <a:avLst/>
          </a:prstGeom>
        </p:spPr>
      </p:pic>
      <p:pic>
        <p:nvPicPr>
          <p:cNvPr id="8" name="Picture 7" descr="Screen Shot 2019-05-08 at 4.51.31 PM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93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DSC03032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3810000"/>
            <a:ext cx="4253344" cy="3042033"/>
          </a:xfrm>
          <a:prstGeom prst="rect">
            <a:avLst/>
          </a:prstGeom>
        </p:spPr>
      </p:pic>
      <p:pic>
        <p:nvPicPr>
          <p:cNvPr id="7" name="Picture 6" descr="DSC03056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1000"/>
            <a:ext cx="5181600" cy="3454400"/>
          </a:xfrm>
          <a:prstGeom prst="rect">
            <a:avLst/>
          </a:prstGeom>
        </p:spPr>
      </p:pic>
      <p:pic>
        <p:nvPicPr>
          <p:cNvPr id="10" name="Picture 9" descr="Screen Shot 2019-05-08 at 4.51.31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173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Vision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To be the </a:t>
            </a:r>
            <a:r>
              <a:rPr lang="en-US" dirty="0" smtClean="0"/>
              <a:t>leading fasteners manufacturer both domestically and globally by providing </a:t>
            </a:r>
            <a:r>
              <a:rPr lang="en-US" b="1" dirty="0" smtClean="0"/>
              <a:t>complete fastening solutions under one roof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Mission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We strive to be a customer-centric, and quality driven fastener manufacturer that provides complete fastening solutions, </a:t>
            </a:r>
            <a:r>
              <a:rPr lang="en-US" dirty="0"/>
              <a:t>that are tailored to individual customer </a:t>
            </a:r>
            <a:r>
              <a:rPr lang="en-US" dirty="0" smtClean="0"/>
              <a:t>needs.</a:t>
            </a:r>
            <a:endParaRPr lang="en-US" dirty="0"/>
          </a:p>
        </p:txBody>
      </p:sp>
      <p:pic>
        <p:nvPicPr>
          <p:cNvPr id="4" name="Picture 3" descr="Screen Shot 2019-05-08 at 4.51.31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45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Core Values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227140"/>
              </p:ext>
            </p:extLst>
          </p:nvPr>
        </p:nvGraphicFramePr>
        <p:xfrm>
          <a:off x="457200" y="14478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53200" y="1676400"/>
            <a:ext cx="2209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be </a:t>
            </a:r>
            <a:r>
              <a:rPr lang="en-US" b="1" dirty="0" smtClean="0"/>
              <a:t>one stop solution to all fastening requirements</a:t>
            </a:r>
            <a:r>
              <a:rPr lang="en-US" dirty="0" smtClean="0"/>
              <a:t>. We strive to provide highest level of client service </a:t>
            </a:r>
            <a:r>
              <a:rPr lang="en-US" b="1" dirty="0" smtClean="0"/>
              <a:t>through on time delivery every time.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52400" y="4343400"/>
            <a:ext cx="259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are committed to </a:t>
            </a:r>
            <a:r>
              <a:rPr lang="en-US" b="1" dirty="0" smtClean="0"/>
              <a:t>ZERO DEFECT </a:t>
            </a:r>
            <a:r>
              <a:rPr lang="en-US" dirty="0" smtClean="0"/>
              <a:t>by </a:t>
            </a:r>
            <a:r>
              <a:rPr lang="en-US" dirty="0" smtClean="0">
                <a:latin typeface="Cambria"/>
                <a:cs typeface="Cambria"/>
              </a:rPr>
              <a:t>removing </a:t>
            </a:r>
            <a:r>
              <a:rPr lang="en-US" dirty="0">
                <a:latin typeface="Cambria"/>
                <a:cs typeface="Cambria"/>
              </a:rPr>
              <a:t>quality hindrances at occurrence stage, not at inspection.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4800" y="1676400"/>
            <a:ext cx="2362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create value through </a:t>
            </a:r>
            <a:r>
              <a:rPr lang="en-US" b="1" dirty="0" smtClean="0"/>
              <a:t>innovation and cost effectiveness</a:t>
            </a:r>
            <a:r>
              <a:rPr lang="en-US" dirty="0" smtClean="0"/>
              <a:t>. Not just provide fasteners but</a:t>
            </a:r>
            <a:r>
              <a:rPr lang="en-US" b="1" dirty="0" smtClean="0"/>
              <a:t> expertise in  complete fastening solutions.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477001" y="4267200"/>
            <a:ext cx="259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Together we make the difference through commitment and continuous skill enhancement.</a:t>
            </a:r>
            <a:endParaRPr lang="en-US" dirty="0"/>
          </a:p>
        </p:txBody>
      </p:sp>
      <p:pic>
        <p:nvPicPr>
          <p:cNvPr id="11" name="Picture 10" descr="Screen Shot 2019-05-08 at 4.51.31 PM.pn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713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2225"/>
            <a:ext cx="8229600" cy="1143000"/>
          </a:xfrm>
        </p:spPr>
        <p:txBody>
          <a:bodyPr/>
          <a:lstStyle/>
          <a:p>
            <a:r>
              <a:rPr lang="en-US" dirty="0" smtClean="0"/>
              <a:t>Our Esteemed Customers</a:t>
            </a:r>
            <a:endParaRPr lang="en-US" dirty="0"/>
          </a:p>
        </p:txBody>
      </p:sp>
      <p:pic>
        <p:nvPicPr>
          <p:cNvPr id="6" name="Content Placeholder 5" descr="AR-311139892.jpg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8795" b="-48795"/>
          <a:stretch>
            <a:fillRect/>
          </a:stretch>
        </p:blipFill>
        <p:spPr>
          <a:xfrm>
            <a:off x="152400" y="3352800"/>
            <a:ext cx="2590800" cy="1424840"/>
          </a:xfrm>
        </p:spPr>
      </p:pic>
      <p:pic>
        <p:nvPicPr>
          <p:cNvPr id="7" name="Picture 6" descr="Screen Shot 2018-09-24 at 12.32.08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7800" y="1066800"/>
            <a:ext cx="1993900" cy="1092200"/>
          </a:xfrm>
          <a:prstGeom prst="rect">
            <a:avLst/>
          </a:prstGeom>
        </p:spPr>
      </p:pic>
      <p:pic>
        <p:nvPicPr>
          <p:cNvPr id="8" name="Picture 7" descr="Screen Shot 2018-09-24 at 12.31.43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400" y="1143000"/>
            <a:ext cx="1689100" cy="850900"/>
          </a:xfrm>
          <a:prstGeom prst="rect">
            <a:avLst/>
          </a:prstGeom>
        </p:spPr>
      </p:pic>
      <p:pic>
        <p:nvPicPr>
          <p:cNvPr id="9" name="Picture 8" descr="Screen Shot 2018-09-24 at 12.31.29 PM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0" y="1066800"/>
            <a:ext cx="1968500" cy="914400"/>
          </a:xfrm>
          <a:prstGeom prst="rect">
            <a:avLst/>
          </a:prstGeom>
        </p:spPr>
      </p:pic>
      <p:pic>
        <p:nvPicPr>
          <p:cNvPr id="10" name="Picture 9" descr="Screen Shot 2018-09-24 at 12.32.36 PM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0" y="2209800"/>
            <a:ext cx="1911585" cy="1219200"/>
          </a:xfrm>
          <a:prstGeom prst="rect">
            <a:avLst/>
          </a:prstGeom>
        </p:spPr>
      </p:pic>
      <p:pic>
        <p:nvPicPr>
          <p:cNvPr id="11" name="Picture 10" descr="motherson-sumi-system-ltd-faridabad-sector-37-faridabad-wire-manufacturers-20hygqv.jp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5400" y="1905000"/>
            <a:ext cx="1875906" cy="1850383"/>
          </a:xfrm>
          <a:prstGeom prst="rect">
            <a:avLst/>
          </a:prstGeom>
        </p:spPr>
      </p:pic>
      <p:pic>
        <p:nvPicPr>
          <p:cNvPr id="12" name="Picture 11" descr="TAFE-Logo.jp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685800"/>
            <a:ext cx="1219200" cy="1219200"/>
          </a:xfrm>
          <a:prstGeom prst="rect">
            <a:avLst/>
          </a:prstGeom>
        </p:spPr>
      </p:pic>
      <p:pic>
        <p:nvPicPr>
          <p:cNvPr id="13" name="Picture 12" descr="Screen Shot 2019-05-07 at 11.38.05 AM.png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90800"/>
            <a:ext cx="1843156" cy="1005358"/>
          </a:xfrm>
          <a:prstGeom prst="rect">
            <a:avLst/>
          </a:prstGeom>
        </p:spPr>
      </p:pic>
      <p:pic>
        <p:nvPicPr>
          <p:cNvPr id="14" name="Picture 13" descr="Screen Shot 2019-05-07 at 11.38.30 AM.png"/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20000" y="3429000"/>
            <a:ext cx="1326739" cy="975260"/>
          </a:xfrm>
          <a:prstGeom prst="rect">
            <a:avLst/>
          </a:prstGeom>
        </p:spPr>
      </p:pic>
      <p:pic>
        <p:nvPicPr>
          <p:cNvPr id="15" name="Picture 14" descr="Screen Shot 2019-05-07 at 11.39.54 AM.png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7241" y="3657600"/>
            <a:ext cx="1549911" cy="1238513"/>
          </a:xfrm>
          <a:prstGeom prst="rect">
            <a:avLst/>
          </a:prstGeom>
        </p:spPr>
      </p:pic>
      <p:pic>
        <p:nvPicPr>
          <p:cNvPr id="16" name="Picture 15" descr="Screen Shot 2018-09-24 at 12.31.54 PM.png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0400" y="3733800"/>
            <a:ext cx="1879600" cy="939800"/>
          </a:xfrm>
          <a:prstGeom prst="rect">
            <a:avLst/>
          </a:prstGeom>
        </p:spPr>
      </p:pic>
      <p:pic>
        <p:nvPicPr>
          <p:cNvPr id="17" name="Picture 16" descr="Screen Shot 2019-05-07 at 11.42.08 AM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600" y="4724400"/>
            <a:ext cx="2240288" cy="667083"/>
          </a:xfrm>
          <a:prstGeom prst="rect">
            <a:avLst/>
          </a:prstGeom>
        </p:spPr>
      </p:pic>
      <p:pic>
        <p:nvPicPr>
          <p:cNvPr id="18" name="Picture 17" descr="Screen Shot 2019-05-07 at 11.43.10 AM.png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2057400"/>
            <a:ext cx="1818448" cy="943178"/>
          </a:xfrm>
          <a:prstGeom prst="rect">
            <a:avLst/>
          </a:prstGeom>
        </p:spPr>
      </p:pic>
      <p:pic>
        <p:nvPicPr>
          <p:cNvPr id="19" name="Picture 18" descr="029dc6d451795ee7c1249c63d8f4b5c8.jpg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3800" y="2133600"/>
            <a:ext cx="1066800" cy="1066800"/>
          </a:xfrm>
          <a:prstGeom prst="rect">
            <a:avLst/>
          </a:prstGeom>
        </p:spPr>
      </p:pic>
      <p:pic>
        <p:nvPicPr>
          <p:cNvPr id="20" name="Picture 19" descr="Screen Shot 2019-05-07 at 11.44.21 AM.png"/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0400" y="3200400"/>
            <a:ext cx="934673" cy="503527"/>
          </a:xfrm>
          <a:prstGeom prst="rect">
            <a:avLst/>
          </a:prstGeom>
        </p:spPr>
      </p:pic>
      <p:pic>
        <p:nvPicPr>
          <p:cNvPr id="21" name="Picture 20" descr="Screen Shot 2019-05-07 at 11.45.10 AM.png"/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" y="4495800"/>
            <a:ext cx="2204265" cy="889722"/>
          </a:xfrm>
          <a:prstGeom prst="rect">
            <a:avLst/>
          </a:prstGeom>
        </p:spPr>
      </p:pic>
      <p:pic>
        <p:nvPicPr>
          <p:cNvPr id="22" name="Picture 21" descr="Screen Shot 2019-05-07 at 11.46.07 AM.png"/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0" y="4572000"/>
            <a:ext cx="1320019" cy="1008116"/>
          </a:xfrm>
          <a:prstGeom prst="rect">
            <a:avLst/>
          </a:prstGeom>
        </p:spPr>
      </p:pic>
      <p:pic>
        <p:nvPicPr>
          <p:cNvPr id="23" name="Picture 22" descr="Screen Shot 2019-05-07 at 11.47.12 AM.png"/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8400" y="4495800"/>
            <a:ext cx="990600" cy="990600"/>
          </a:xfrm>
          <a:prstGeom prst="rect">
            <a:avLst/>
          </a:prstGeom>
        </p:spPr>
      </p:pic>
      <p:pic>
        <p:nvPicPr>
          <p:cNvPr id="24" name="Picture 23" descr="Screen Shot 2019-05-07 at 11.48.45 AM.png"/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4724400"/>
            <a:ext cx="1259370" cy="1025673"/>
          </a:xfrm>
          <a:prstGeom prst="rect">
            <a:avLst/>
          </a:prstGeom>
        </p:spPr>
      </p:pic>
      <p:pic>
        <p:nvPicPr>
          <p:cNvPr id="25" name="Picture 24" descr="Screen Shot 2019-05-07 at 11.50.45 AM.png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5200" y="5715000"/>
            <a:ext cx="1676400" cy="792567"/>
          </a:xfrm>
          <a:prstGeom prst="rect">
            <a:avLst/>
          </a:prstGeom>
        </p:spPr>
      </p:pic>
      <p:pic>
        <p:nvPicPr>
          <p:cNvPr id="27" name="Picture 26" descr="Screen Shot 2019-05-07 at 11.52.55 AM.png"/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5638800"/>
            <a:ext cx="1579883" cy="933567"/>
          </a:xfrm>
          <a:prstGeom prst="rect">
            <a:avLst/>
          </a:prstGeom>
        </p:spPr>
      </p:pic>
      <p:pic>
        <p:nvPicPr>
          <p:cNvPr id="28" name="Picture 27" descr="Screen Shot 2019-05-07 at 11.53.51 AM.png"/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5486400"/>
            <a:ext cx="1349520" cy="1246278"/>
          </a:xfrm>
          <a:prstGeom prst="rect">
            <a:avLst/>
          </a:prstGeom>
        </p:spPr>
      </p:pic>
      <p:pic>
        <p:nvPicPr>
          <p:cNvPr id="29" name="Picture 28" descr="parker-hannifin_owler_20190101_115713_original.jpg"/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1447800"/>
            <a:ext cx="2007695" cy="512813"/>
          </a:xfrm>
          <a:prstGeom prst="rect">
            <a:avLst/>
          </a:prstGeom>
        </p:spPr>
      </p:pic>
      <p:pic>
        <p:nvPicPr>
          <p:cNvPr id="30" name="Picture 29" descr="Screen Shot 2019-05-07 at 11.57.15 AM.png"/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0200" y="5685811"/>
            <a:ext cx="1690657" cy="1172189"/>
          </a:xfrm>
          <a:prstGeom prst="rect">
            <a:avLst/>
          </a:prstGeom>
        </p:spPr>
      </p:pic>
      <p:pic>
        <p:nvPicPr>
          <p:cNvPr id="31" name="Picture 30" descr="Screen Shot 2019-05-07 at 11.58.40 AM.png"/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5410200"/>
            <a:ext cx="1330975" cy="1321689"/>
          </a:xfrm>
          <a:prstGeom prst="rect">
            <a:avLst/>
          </a:prstGeom>
        </p:spPr>
      </p:pic>
      <p:pic>
        <p:nvPicPr>
          <p:cNvPr id="32" name="Picture 31" descr="Screen Shot 2019-05-07 at 12.01.12 PM.png"/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93" y="1676400"/>
            <a:ext cx="1419431" cy="980934"/>
          </a:xfrm>
          <a:prstGeom prst="rect">
            <a:avLst/>
          </a:prstGeom>
        </p:spPr>
      </p:pic>
      <p:pic>
        <p:nvPicPr>
          <p:cNvPr id="33" name="Picture 32" descr="Screen Shot 2019-05-08 at 4.51.31 PM.png"/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690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24195"/>
            <a:ext cx="8229600" cy="1143000"/>
          </a:xfrm>
        </p:spPr>
        <p:txBody>
          <a:bodyPr/>
          <a:lstStyle/>
          <a:p>
            <a:r>
              <a:rPr lang="en-US" dirty="0" smtClean="0"/>
              <a:t>Product Range</a:t>
            </a:r>
            <a:endParaRPr lang="en-US" dirty="0"/>
          </a:p>
        </p:txBody>
      </p:sp>
      <p:pic>
        <p:nvPicPr>
          <p:cNvPr id="4" name="Content Placeholder 3" descr="Screen Shot 2019-05-07 at 12.03.45 PM.png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7221" r="-37221"/>
          <a:stretch>
            <a:fillRect/>
          </a:stretch>
        </p:blipFill>
        <p:spPr>
          <a:xfrm>
            <a:off x="152400" y="914400"/>
            <a:ext cx="10818525" cy="5791200"/>
          </a:xfrm>
        </p:spPr>
      </p:pic>
      <p:sp>
        <p:nvSpPr>
          <p:cNvPr id="5" name="TextBox 4"/>
          <p:cNvSpPr txBox="1"/>
          <p:nvPr/>
        </p:nvSpPr>
        <p:spPr>
          <a:xfrm>
            <a:off x="228600" y="13716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18415" cmpd="sng">
                  <a:solidFill>
                    <a:schemeClr val="tx1"/>
                  </a:solidFill>
                  <a:prstDash val="solid"/>
                </a:ln>
              </a:rPr>
              <a:t>We manufacture over 1,00,000 varieties of standard &amp; </a:t>
            </a:r>
            <a:r>
              <a:rPr lang="en-US" dirty="0" smtClean="0">
                <a:ln w="18415" cmpd="sng">
                  <a:solidFill>
                    <a:schemeClr val="tx1"/>
                  </a:solidFill>
                  <a:prstDash val="solid"/>
                </a:ln>
              </a:rPr>
              <a:t>special fasteners.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3276600"/>
            <a:ext cx="2133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D0D0D"/>
                </a:solidFill>
                <a:latin typeface="Cambria"/>
                <a:cs typeface="Cambria"/>
              </a:rPr>
              <a:t>Components manufactured </a:t>
            </a:r>
            <a:r>
              <a:rPr lang="en-US" dirty="0">
                <a:solidFill>
                  <a:srgbClr val="0D0D0D"/>
                </a:solidFill>
                <a:latin typeface="Cambria"/>
                <a:cs typeface="Cambria"/>
              </a:rPr>
              <a:t>to Customers’ exact designs and specifications, OEM Drawings, Customer Designs </a:t>
            </a:r>
          </a:p>
          <a:p>
            <a:r>
              <a:rPr lang="en-US" dirty="0">
                <a:solidFill>
                  <a:srgbClr val="0D0D0D"/>
                </a:solidFill>
                <a:latin typeface="Cambria"/>
                <a:cs typeface="Cambria"/>
              </a:rPr>
              <a:t>Reverse Engineering from existing samples</a:t>
            </a:r>
            <a:endParaRPr lang="en-US" dirty="0">
              <a:solidFill>
                <a:srgbClr val="0D0D0D"/>
              </a:solidFill>
            </a:endParaRPr>
          </a:p>
          <a:p>
            <a:endParaRPr lang="en-US" dirty="0"/>
          </a:p>
        </p:txBody>
      </p:sp>
      <p:pic>
        <p:nvPicPr>
          <p:cNvPr id="7" name="Picture 6" descr="Screen Shot 2019-05-08 at 4.51.31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39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</a:t>
            </a:r>
            <a:r>
              <a:rPr lang="en-US" dirty="0" smtClean="0"/>
              <a:t>Range- </a:t>
            </a:r>
            <a:r>
              <a:rPr lang="en-US" dirty="0" smtClean="0">
                <a:solidFill>
                  <a:srgbClr val="000090"/>
                </a:solidFill>
                <a:latin typeface="Cambria"/>
                <a:cs typeface="Cambria"/>
              </a:rPr>
              <a:t>BOLTS </a:t>
            </a:r>
            <a:r>
              <a:rPr lang="en-US" dirty="0">
                <a:solidFill>
                  <a:srgbClr val="000090"/>
                </a:solidFill>
                <a:latin typeface="Cambria"/>
                <a:cs typeface="Cambria"/>
              </a:rPr>
              <a:t>AND SCREWS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7199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sz="2400" dirty="0" smtClean="0">
                <a:solidFill>
                  <a:srgbClr val="000090"/>
                </a:solidFill>
              </a:rPr>
              <a:t>Range- M4 </a:t>
            </a:r>
            <a:r>
              <a:rPr lang="en-US" sz="2400" dirty="0">
                <a:solidFill>
                  <a:srgbClr val="000090"/>
                </a:solidFill>
              </a:rPr>
              <a:t>to </a:t>
            </a:r>
            <a:r>
              <a:rPr lang="en-US" sz="2400" dirty="0" smtClean="0">
                <a:solidFill>
                  <a:srgbClr val="000090"/>
                </a:solidFill>
              </a:rPr>
              <a:t>M24, Length </a:t>
            </a:r>
            <a:r>
              <a:rPr lang="en-US" sz="2400" dirty="0">
                <a:solidFill>
                  <a:srgbClr val="000090"/>
                </a:solidFill>
              </a:rPr>
              <a:t>from 10 mm to 300 mm</a:t>
            </a:r>
          </a:p>
          <a:p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056623670"/>
              </p:ext>
            </p:extLst>
          </p:nvPr>
        </p:nvGraphicFramePr>
        <p:xfrm>
          <a:off x="457200" y="1371600"/>
          <a:ext cx="8458200" cy="530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76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557014"/>
              </p:ext>
            </p:extLst>
          </p:nvPr>
        </p:nvGraphicFramePr>
        <p:xfrm>
          <a:off x="228600" y="342002"/>
          <a:ext cx="8534400" cy="647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495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077212"/>
              </p:ext>
            </p:extLst>
          </p:nvPr>
        </p:nvGraphicFramePr>
        <p:xfrm>
          <a:off x="154682" y="109552"/>
          <a:ext cx="8727173" cy="6655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346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4412529"/>
              </p:ext>
            </p:extLst>
          </p:nvPr>
        </p:nvGraphicFramePr>
        <p:xfrm>
          <a:off x="152400" y="-76200"/>
          <a:ext cx="89916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766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982642"/>
              </p:ext>
            </p:extLst>
          </p:nvPr>
        </p:nvGraphicFramePr>
        <p:xfrm>
          <a:off x="76200" y="0"/>
          <a:ext cx="9067800" cy="708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367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01214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865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397670"/>
              </p:ext>
            </p:extLst>
          </p:nvPr>
        </p:nvGraphicFramePr>
        <p:xfrm>
          <a:off x="15678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18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09600" y="457200"/>
            <a:ext cx="8077200" cy="6172200"/>
          </a:xfrm>
          <a:prstGeom prst="round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TextBox 4"/>
          <p:cNvSpPr txBox="1"/>
          <p:nvPr/>
        </p:nvSpPr>
        <p:spPr>
          <a:xfrm>
            <a:off x="4038600" y="6248400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Combi</a:t>
            </a:r>
            <a:r>
              <a:rPr lang="en-US" sz="2400" b="1" dirty="0" smtClean="0"/>
              <a:t> Screws/ SEMS</a:t>
            </a:r>
            <a:endParaRPr lang="en-US" sz="2400" b="1" dirty="0"/>
          </a:p>
        </p:txBody>
      </p:sp>
      <p:pic>
        <p:nvPicPr>
          <p:cNvPr id="7" name="Picture 6" descr="Screen Shot 2019-05-08 at 4.51.31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99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7596157"/>
              </p:ext>
            </p:extLst>
          </p:nvPr>
        </p:nvGraphicFramePr>
        <p:xfrm>
          <a:off x="0" y="0"/>
          <a:ext cx="90678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074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Product Range- </a:t>
            </a:r>
            <a:r>
              <a:rPr lang="en-US" dirty="0" smtClean="0">
                <a:solidFill>
                  <a:srgbClr val="000090"/>
                </a:solidFill>
                <a:latin typeface="Cambria"/>
                <a:cs typeface="Cambria"/>
              </a:rPr>
              <a:t>Nuts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576401"/>
              </p:ext>
            </p:extLst>
          </p:nvPr>
        </p:nvGraphicFramePr>
        <p:xfrm>
          <a:off x="457200" y="1219200"/>
          <a:ext cx="84582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227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810401"/>
              </p:ext>
            </p:extLst>
          </p:nvPr>
        </p:nvGraphicFramePr>
        <p:xfrm>
          <a:off x="0" y="152400"/>
          <a:ext cx="8991600" cy="670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106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6096000"/>
            <a:ext cx="7848600" cy="4111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Flange Nuts, </a:t>
            </a:r>
            <a:r>
              <a:rPr lang="en-US" dirty="0" err="1" smtClean="0"/>
              <a:t>Nylock</a:t>
            </a:r>
            <a:r>
              <a:rPr lang="en-US" dirty="0" smtClean="0"/>
              <a:t> Nuts, T Weld Nuts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04800" y="304800"/>
            <a:ext cx="8513856" cy="5866046"/>
          </a:xfrm>
          <a:prstGeom prst="round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6" name="Picture 5" descr="Screen Shot 2019-05-08 at 4.51.31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1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740656"/>
              </p:ext>
            </p:extLst>
          </p:nvPr>
        </p:nvGraphicFramePr>
        <p:xfrm>
          <a:off x="0" y="16436"/>
          <a:ext cx="9105153" cy="6841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072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760396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345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676289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12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699469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687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Washers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802541"/>
              </p:ext>
            </p:extLst>
          </p:nvPr>
        </p:nvGraphicFramePr>
        <p:xfrm>
          <a:off x="381000" y="1035004"/>
          <a:ext cx="8382000" cy="5821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37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991600" cy="5059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solidFill>
                  <a:srgbClr val="00B0F0"/>
                </a:solidFill>
              </a:rPr>
              <a:t>MANUFACTURING CAPABILITIES</a:t>
            </a:r>
          </a:p>
          <a:p>
            <a:pPr marL="0" indent="0">
              <a:buNone/>
            </a:pPr>
            <a:r>
              <a:rPr lang="en-US" sz="2400" dirty="0" smtClean="0"/>
              <a:t>All operations are done in house- giving complete control over quality.</a:t>
            </a:r>
            <a:r>
              <a:rPr lang="en-US" sz="2400" dirty="0">
                <a:solidFill>
                  <a:srgbClr val="000090"/>
                </a:solidFill>
              </a:rPr>
              <a:t> In-house processes such as heat treatment, surface finishing, tooling- all enable Hindustan Fasteners to have complete control over the final product. </a:t>
            </a:r>
            <a:endParaRPr lang="en-US" sz="2400" dirty="0"/>
          </a:p>
        </p:txBody>
      </p:sp>
      <p:pic>
        <p:nvPicPr>
          <p:cNvPr id="7" name="Picture 6" descr="DSC03057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800" y="2514600"/>
            <a:ext cx="3151306" cy="4343400"/>
          </a:xfrm>
          <a:prstGeom prst="rect">
            <a:avLst/>
          </a:prstGeom>
        </p:spPr>
      </p:pic>
      <p:pic>
        <p:nvPicPr>
          <p:cNvPr id="10" name="Picture 9" descr="tooling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2705100"/>
            <a:ext cx="4953000" cy="3714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6800" y="63246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Tooling Department</a:t>
            </a:r>
            <a:endParaRPr lang="en-US" dirty="0"/>
          </a:p>
        </p:txBody>
      </p:sp>
      <p:pic>
        <p:nvPicPr>
          <p:cNvPr id="13" name="Picture 12" descr="Screen Shot 2019-05-08 at 4.51.31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3127569"/>
              </p:ext>
            </p:extLst>
          </p:nvPr>
        </p:nvGraphicFramePr>
        <p:xfrm>
          <a:off x="152400" y="152400"/>
          <a:ext cx="8991600" cy="670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5486400" y="3429000"/>
            <a:ext cx="304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505200" y="342900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24000" y="381000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90"/>
                </a:solidFill>
              </a:rPr>
              <a:t>All Production operations are under one management control</a:t>
            </a:r>
            <a:endParaRPr lang="en-US" dirty="0"/>
          </a:p>
        </p:txBody>
      </p:sp>
      <p:pic>
        <p:nvPicPr>
          <p:cNvPr id="38" name="Picture 37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015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/>
              <a:t>Complete in- house Secondary Operations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Automatic Tapping</a:t>
            </a:r>
          </a:p>
          <a:p>
            <a:pPr lvl="0"/>
            <a:r>
              <a:rPr lang="en-US" dirty="0"/>
              <a:t>Slot Milling</a:t>
            </a:r>
          </a:p>
          <a:p>
            <a:pPr lvl="0"/>
            <a:r>
              <a:rPr lang="en-US" dirty="0"/>
              <a:t>Grinding</a:t>
            </a:r>
          </a:p>
          <a:p>
            <a:pPr lvl="0"/>
            <a:r>
              <a:rPr lang="en-US" dirty="0"/>
              <a:t>Grooving</a:t>
            </a:r>
          </a:p>
          <a:p>
            <a:pPr lvl="0"/>
            <a:r>
              <a:rPr lang="en-US" dirty="0"/>
              <a:t>Special pointing</a:t>
            </a:r>
          </a:p>
          <a:p>
            <a:pPr lvl="0"/>
            <a:r>
              <a:rPr lang="en-US" dirty="0"/>
              <a:t>CNC Machining</a:t>
            </a:r>
          </a:p>
          <a:p>
            <a:pPr lvl="0"/>
            <a:r>
              <a:rPr lang="en-US" dirty="0"/>
              <a:t>Bolt head trimming</a:t>
            </a:r>
          </a:p>
          <a:p>
            <a:pPr lvl="0"/>
            <a:r>
              <a:rPr lang="en-US" dirty="0"/>
              <a:t>Single/Double washer assembly thread rolling for SEMS (Combination) screws and bolts</a:t>
            </a:r>
          </a:p>
          <a:p>
            <a:pPr lvl="0"/>
            <a:r>
              <a:rPr lang="en-US" dirty="0"/>
              <a:t>Crimping of Nuts</a:t>
            </a:r>
          </a:p>
          <a:p>
            <a:pPr lvl="0"/>
            <a:r>
              <a:rPr lang="en-US" dirty="0"/>
              <a:t>Drilling</a:t>
            </a:r>
          </a:p>
          <a:p>
            <a:endParaRPr lang="en-US" dirty="0"/>
          </a:p>
        </p:txBody>
      </p:sp>
      <p:pic>
        <p:nvPicPr>
          <p:cNvPr id="5" name="Picture 4" descr="Screen Shot 2019-05-08 at 4.51.31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804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446"/>
            <a:ext cx="8229600" cy="1143000"/>
          </a:xfrm>
        </p:spPr>
        <p:txBody>
          <a:bodyPr/>
          <a:lstStyle/>
          <a:p>
            <a:r>
              <a:rPr lang="en-US" dirty="0" smtClean="0"/>
              <a:t>Range of Coatings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1295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/>
                <a:cs typeface="Arial"/>
              </a:rPr>
              <a:t>We excel in a variety of coatings like </a:t>
            </a:r>
            <a:r>
              <a:rPr lang="en-US" sz="1800" b="1" dirty="0" smtClean="0">
                <a:latin typeface="Arial"/>
                <a:cs typeface="Arial"/>
              </a:rPr>
              <a:t>Zinc </a:t>
            </a:r>
            <a:r>
              <a:rPr lang="en-US" sz="1800" b="1" dirty="0">
                <a:latin typeface="Arial"/>
                <a:cs typeface="Arial"/>
              </a:rPr>
              <a:t>Electroplating, Zinc </a:t>
            </a:r>
            <a:r>
              <a:rPr lang="en-US" sz="1800" b="1" dirty="0" err="1">
                <a:latin typeface="Arial"/>
                <a:cs typeface="Arial"/>
              </a:rPr>
              <a:t>Phosphating</a:t>
            </a:r>
            <a:r>
              <a:rPr lang="en-US" sz="1800" b="1" dirty="0">
                <a:latin typeface="Arial"/>
                <a:cs typeface="Arial"/>
              </a:rPr>
              <a:t>, </a:t>
            </a:r>
            <a:r>
              <a:rPr lang="en-US" sz="1800" b="1" dirty="0" err="1">
                <a:latin typeface="Arial"/>
                <a:cs typeface="Arial"/>
              </a:rPr>
              <a:t>Aluminium</a:t>
            </a:r>
            <a:r>
              <a:rPr lang="en-US" sz="1800" b="1" dirty="0">
                <a:latin typeface="Arial"/>
                <a:cs typeface="Arial"/>
              </a:rPr>
              <a:t> Zinc Flake Coating, Hot Dip Galvanizing, Loctite microencapsulation</a:t>
            </a:r>
            <a:r>
              <a:rPr lang="en-US" sz="1800" dirty="0">
                <a:latin typeface="Arial"/>
                <a:cs typeface="Arial"/>
              </a:rPr>
              <a:t>, which are all done in-house. </a:t>
            </a:r>
          </a:p>
          <a:p>
            <a:endParaRPr lang="en-US" dirty="0"/>
          </a:p>
        </p:txBody>
      </p:sp>
      <p:pic>
        <p:nvPicPr>
          <p:cNvPr id="4" name="Picture 3" descr="Screen Shot 2019-05-08 at 3.01.49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2438400"/>
            <a:ext cx="8102600" cy="4616318"/>
          </a:xfrm>
          <a:prstGeom prst="rect">
            <a:avLst/>
          </a:prstGeom>
        </p:spPr>
      </p:pic>
      <p:pic>
        <p:nvPicPr>
          <p:cNvPr id="5" name="Picture 4" descr="Screen Shot 2018-08-08 at 10.57.13 A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2466" y="1981200"/>
            <a:ext cx="3154885" cy="2693751"/>
          </a:xfrm>
          <a:prstGeom prst="rect">
            <a:avLst/>
          </a:prstGeom>
        </p:spPr>
      </p:pic>
      <p:pic>
        <p:nvPicPr>
          <p:cNvPr id="7" name="Picture 6" descr="Screen Shot 2019-05-08 at 4.51.31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424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INSPECTION AND TESTING FACILITIES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2319" r="-22319"/>
          <a:stretch>
            <a:fillRect/>
          </a:stretch>
        </p:blipFill>
        <p:spPr>
          <a:xfrm>
            <a:off x="-304800" y="1066800"/>
            <a:ext cx="3903785" cy="20335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57800" y="3581400"/>
            <a:ext cx="3733800" cy="2819400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</p:pic>
      <p:pic>
        <p:nvPicPr>
          <p:cNvPr id="6" name="Picture 5" descr="C:\Users\master\AppData\Local\Microsoft\Windows\Temporary Internet Files\Content.Outlook\MHTN0RCI\20190428_160427.jpg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-392430" y="3897630"/>
            <a:ext cx="261366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6400" y="838200"/>
            <a:ext cx="2895600" cy="24394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09800" y="3352800"/>
            <a:ext cx="2720009" cy="2748858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334000" y="6400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Spectrometer for chemical analysis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9718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Microstructure testing </a:t>
            </a:r>
            <a:r>
              <a:rPr lang="en-US" dirty="0">
                <a:solidFill>
                  <a:schemeClr val="dk1"/>
                </a:solidFill>
              </a:rPr>
              <a:t>with image </a:t>
            </a:r>
            <a:r>
              <a:rPr lang="en-US" dirty="0" err="1">
                <a:solidFill>
                  <a:schemeClr val="dk1"/>
                </a:solidFill>
              </a:rPr>
              <a:t>analyser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455" y="6096000"/>
            <a:ext cx="182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</a:rPr>
              <a:t>Rockwell Hardness Tester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0" y="6172200"/>
            <a:ext cx="289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DFT meter </a:t>
            </a:r>
            <a:r>
              <a:rPr lang="en-US" dirty="0"/>
              <a:t>for plating thickness testing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715000" y="3200400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UTM Testing machine</a:t>
            </a:r>
          </a:p>
          <a:p>
            <a:endParaRPr lang="en-US" dirty="0"/>
          </a:p>
        </p:txBody>
      </p:sp>
      <p:pic>
        <p:nvPicPr>
          <p:cNvPr id="14" name="Picture 13" descr="Screen Shot 2019-05-08 at 4.51.31 PM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80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3063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63" y="0"/>
            <a:ext cx="5257802" cy="3505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35052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Eddy Current Sorting</a:t>
            </a:r>
          </a:p>
        </p:txBody>
      </p:sp>
      <p:pic>
        <p:nvPicPr>
          <p:cNvPr id="6" name="Picture 5" descr="DSC03049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800" y="228600"/>
            <a:ext cx="320040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400" y="51816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Salt Spray Testing</a:t>
            </a:r>
            <a:endParaRPr lang="en-US" dirty="0"/>
          </a:p>
        </p:txBody>
      </p:sp>
      <p:pic>
        <p:nvPicPr>
          <p:cNvPr id="8" name="Picture 7" descr="DSC03065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3962400"/>
            <a:ext cx="4343400" cy="289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5800" y="6488668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Optical Sorting</a:t>
            </a:r>
            <a:endParaRPr lang="en-US" dirty="0"/>
          </a:p>
        </p:txBody>
      </p:sp>
      <p:pic>
        <p:nvPicPr>
          <p:cNvPr id="10" name="Picture 9" descr="Screen Shot 2019-05-08 at 4.51.31 PM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64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KAIZEN- CONTINUOUS IMPROVEMENT APPROACH</a:t>
            </a:r>
            <a:endParaRPr lang="en-US" dirty="0"/>
          </a:p>
        </p:txBody>
      </p:sp>
      <p:pic>
        <p:nvPicPr>
          <p:cNvPr id="4" name="Content Placeholder 3" descr="kaizen.JPG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4" y="1524000"/>
            <a:ext cx="5025982" cy="2895600"/>
          </a:xfrm>
        </p:spPr>
      </p:pic>
      <p:sp>
        <p:nvSpPr>
          <p:cNvPr id="5" name="TextBox 4"/>
          <p:cNvSpPr txBox="1"/>
          <p:nvPr/>
        </p:nvSpPr>
        <p:spPr>
          <a:xfrm>
            <a:off x="381000" y="57150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Involvement of all team members in continuous improvement initiatives with weekly appreciation of significant improvements implemented.</a:t>
            </a:r>
            <a:endParaRPr lang="en-US" dirty="0"/>
          </a:p>
        </p:txBody>
      </p:sp>
      <p:pic>
        <p:nvPicPr>
          <p:cNvPr id="7" name="Picture 6" descr="Screen Shot 2019-05-08 at 4.51.31 PM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48"/>
            <a:ext cx="9144000" cy="390102"/>
          </a:xfrm>
          <a:prstGeom prst="rect">
            <a:avLst/>
          </a:prstGeom>
        </p:spPr>
      </p:pic>
      <p:pic>
        <p:nvPicPr>
          <p:cNvPr id="3" name="Picture 2" descr="IMG_5362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5800" y="1981200"/>
            <a:ext cx="45974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76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DSC560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7800" y="3124200"/>
            <a:ext cx="4256741" cy="2819400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33842"/>
            <a:ext cx="88392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Incoming Inspection</a:t>
            </a:r>
          </a:p>
          <a:p>
            <a:pPr>
              <a:buNone/>
            </a:pPr>
            <a:endParaRPr lang="en-US" sz="1800" dirty="0" smtClean="0"/>
          </a:p>
          <a:p>
            <a:r>
              <a:rPr lang="en-US" sz="2000" dirty="0" smtClean="0"/>
              <a:t>Separate area specified for Ok and Rejected material</a:t>
            </a:r>
          </a:p>
          <a:p>
            <a:r>
              <a:rPr lang="en-US" sz="2000" dirty="0" smtClean="0"/>
              <a:t>Rejected material is placed in rejection area and on detailed  analysis obtained from supplier</a:t>
            </a:r>
          </a:p>
          <a:p>
            <a:r>
              <a:rPr lang="en-US" sz="2000" dirty="0" smtClean="0"/>
              <a:t>Record of incoming coil and metallurgical test report verified by senior authorities as a part of layered audit</a:t>
            </a:r>
          </a:p>
          <a:p>
            <a:endParaRPr lang="en-US" sz="2000" dirty="0"/>
          </a:p>
        </p:txBody>
      </p:sp>
      <p:pic>
        <p:nvPicPr>
          <p:cNvPr id="9" name="Picture 8" descr="DSC03052.JPG"/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90800"/>
            <a:ext cx="5486400" cy="3657600"/>
          </a:xfrm>
          <a:prstGeom prst="rect">
            <a:avLst/>
          </a:prstGeom>
        </p:spPr>
      </p:pic>
      <p:pic>
        <p:nvPicPr>
          <p:cNvPr id="6" name="Picture 5" descr="Screen Shot 2019-05-08 at 4.51.31 PM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2" y="6467898"/>
            <a:ext cx="9144000" cy="390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351899"/>
              </p:ext>
            </p:extLst>
          </p:nvPr>
        </p:nvGraphicFramePr>
        <p:xfrm>
          <a:off x="533400" y="533400"/>
          <a:ext cx="8153400" cy="609599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76700"/>
                <a:gridCol w="4076700"/>
              </a:tblGrid>
              <a:tr h="548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16330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60416">
                <a:tc>
                  <a:txBody>
                    <a:bodyPr/>
                    <a:lstStyle/>
                    <a:p>
                      <a:r>
                        <a:rPr lang="en-US" dirty="0" smtClean="0"/>
                        <a:t>Incoming Material</a:t>
                      </a:r>
                      <a:r>
                        <a:rPr lang="en-US" baseline="0" dirty="0" smtClean="0"/>
                        <a:t> Rack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Accepted Material Storage</a:t>
                      </a:r>
                      <a:endParaRPr lang="en-US" dirty="0"/>
                    </a:p>
                  </a:txBody>
                  <a:tcPr/>
                </a:tc>
              </a:tr>
              <a:tr h="199329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60416">
                <a:tc>
                  <a:txBody>
                    <a:bodyPr/>
                    <a:lstStyle/>
                    <a:p>
                      <a:r>
                        <a:rPr lang="en-US" dirty="0" smtClean="0"/>
                        <a:t>Rejected  Raw Material Storage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Rejected</a:t>
                      </a:r>
                      <a:r>
                        <a:rPr lang="en-US" baseline="0" dirty="0" smtClean="0"/>
                        <a:t>  WIP material storage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WhatsApp Image 2019-04-28 at 12.30.56 PM.jpe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04800"/>
            <a:ext cx="3429000" cy="2286000"/>
          </a:xfrm>
          <a:prstGeom prst="rect">
            <a:avLst/>
          </a:prstGeom>
        </p:spPr>
      </p:pic>
      <p:pic>
        <p:nvPicPr>
          <p:cNvPr id="6" name="Picture 5" descr="WhatsApp Image 2019-04-28 at 12.30.32 PM.jpe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29200" y="3200400"/>
            <a:ext cx="3429000" cy="2412999"/>
          </a:xfrm>
          <a:prstGeom prst="rect">
            <a:avLst/>
          </a:prstGeom>
        </p:spPr>
      </p:pic>
      <p:pic>
        <p:nvPicPr>
          <p:cNvPr id="7" name="Picture 6" descr="\\server\D\27\20190428_180623.jpg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8200" y="152400"/>
            <a:ext cx="41148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\\server\D\27\20190428_180514.jpg"/>
          <p:cNvPicPr/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8200" y="3429000"/>
            <a:ext cx="3276600" cy="2209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 descr="Screen Shot 2019-05-08 at 4.51.31 PM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2" y="6467898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325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991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HEAT-TREATMENT</a:t>
            </a:r>
          </a:p>
          <a:p>
            <a:r>
              <a:rPr lang="en-US" sz="1800" dirty="0" smtClean="0"/>
              <a:t>Continuous Heat Treatment furnaces are working on SCADA with necessary </a:t>
            </a:r>
            <a:r>
              <a:rPr lang="en-US" sz="1800" dirty="0" err="1" smtClean="0"/>
              <a:t>pokayoke</a:t>
            </a:r>
            <a:r>
              <a:rPr lang="en-US" sz="1800" dirty="0" smtClean="0"/>
              <a:t> control arrangements for every parameter. </a:t>
            </a:r>
            <a:endParaRPr lang="en-US" sz="1800" dirty="0"/>
          </a:p>
          <a:p>
            <a:endParaRPr lang="en-US" sz="1800" dirty="0" smtClean="0"/>
          </a:p>
        </p:txBody>
      </p:sp>
      <p:pic>
        <p:nvPicPr>
          <p:cNvPr id="6" name="Picture 5" descr="Screen Shot 2019-05-08 at 4.51.31 PM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4561"/>
            <a:ext cx="9144000" cy="390102"/>
          </a:xfrm>
          <a:prstGeom prst="rect">
            <a:avLst/>
          </a:prstGeom>
        </p:spPr>
      </p:pic>
      <p:pic>
        <p:nvPicPr>
          <p:cNvPr id="2" name="Picture 1" descr="_DSC5630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1" r="-154"/>
          <a:stretch/>
        </p:blipFill>
        <p:spPr>
          <a:xfrm>
            <a:off x="1371600" y="762000"/>
            <a:ext cx="7620000" cy="4057194"/>
          </a:xfrm>
          <a:prstGeom prst="rect">
            <a:avLst/>
          </a:prstGeom>
        </p:spPr>
      </p:pic>
      <p:pic>
        <p:nvPicPr>
          <p:cNvPr id="4" name="Picture 3" descr="_DSC5626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800600"/>
            <a:ext cx="4141694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458200" cy="4525963"/>
          </a:xfrm>
        </p:spPr>
        <p:txBody>
          <a:bodyPr/>
          <a:lstStyle/>
          <a:p>
            <a:pPr>
              <a:buNone/>
            </a:pPr>
            <a:r>
              <a:rPr lang="en-US" sz="3600" b="1" dirty="0" smtClean="0">
                <a:solidFill>
                  <a:srgbClr val="00B0F0"/>
                </a:solidFill>
              </a:rPr>
              <a:t>PLATING</a:t>
            </a:r>
            <a:r>
              <a:rPr lang="en-US" b="1" dirty="0" smtClean="0">
                <a:solidFill>
                  <a:srgbClr val="00B0F0"/>
                </a:solidFill>
              </a:rPr>
              <a:t> PROCESS</a:t>
            </a:r>
          </a:p>
          <a:p>
            <a:r>
              <a:rPr lang="en-US" sz="2000" dirty="0" smtClean="0"/>
              <a:t>Automatic plating is having PLC control which allows us to have complete control over every parameter</a:t>
            </a:r>
          </a:p>
        </p:txBody>
      </p:sp>
      <p:pic>
        <p:nvPicPr>
          <p:cNvPr id="5" name="Picture 4" descr="plating2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6836" y="1524000"/>
            <a:ext cx="4978400" cy="3733800"/>
          </a:xfrm>
          <a:prstGeom prst="rect">
            <a:avLst/>
          </a:prstGeom>
        </p:spPr>
      </p:pic>
      <p:pic>
        <p:nvPicPr>
          <p:cNvPr id="6" name="Picture 5" descr="PLATING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11" y="3505200"/>
            <a:ext cx="4114800" cy="3086100"/>
          </a:xfrm>
          <a:prstGeom prst="rect">
            <a:avLst/>
          </a:prstGeom>
        </p:spPr>
      </p:pic>
      <p:pic>
        <p:nvPicPr>
          <p:cNvPr id="7" name="Picture 6" descr="Screen Shot 2019-05-08 at 4.51.31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4561"/>
            <a:ext cx="9144000" cy="390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126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00B0F0"/>
                </a:solidFill>
              </a:rPr>
              <a:t>PACKAGING AND DISPATCH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Systematic dispatch material store where minimum inventory level is maintained for individual customer as per consumption patterns to avoid critical shortages.</a:t>
            </a:r>
            <a:endParaRPr lang="en-US" sz="1800" dirty="0"/>
          </a:p>
        </p:txBody>
      </p:sp>
      <p:pic>
        <p:nvPicPr>
          <p:cNvPr id="4" name="Content Placeholder 3" descr="store dispatch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8187" r="-18187"/>
          <a:stretch/>
        </p:blipFill>
        <p:spPr>
          <a:xfrm>
            <a:off x="-838200" y="2819400"/>
            <a:ext cx="6705493" cy="3687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6456306"/>
            <a:ext cx="3751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Dispatch Material Storage Warehouse</a:t>
            </a:r>
            <a:endParaRPr lang="en-US" dirty="0"/>
          </a:p>
        </p:txBody>
      </p:sp>
      <p:pic>
        <p:nvPicPr>
          <p:cNvPr id="6" name="Picture 5" descr="Screen Shot 2019-05-08 at 2.31.10 PM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0" y="1676401"/>
            <a:ext cx="4191000" cy="2394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91200" y="419100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Automated Packaging lines</a:t>
            </a:r>
            <a:endParaRPr lang="en-US" dirty="0"/>
          </a:p>
        </p:txBody>
      </p:sp>
      <p:pic>
        <p:nvPicPr>
          <p:cNvPr id="12" name="Picture 11" descr="Screen Shot 2019-05-08 at 4.51.31 PM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4561"/>
            <a:ext cx="9144000" cy="39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263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2215</TotalTime>
  <Words>744</Words>
  <Application>Microsoft Macintosh PowerPoint</Application>
  <PresentationFormat>On-screen Show (4:3)</PresentationFormat>
  <Paragraphs>168</Paragraphs>
  <Slides>39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Company Profile</vt:lpstr>
      <vt:lpstr>PowerPoint Presentation</vt:lpstr>
      <vt:lpstr>Manufacturing Plant locations </vt:lpstr>
      <vt:lpstr>PowerPoint Presentation</vt:lpstr>
      <vt:lpstr>PowerPoint Presentation</vt:lpstr>
      <vt:lpstr>PowerPoint Presentation</vt:lpstr>
      <vt:lpstr>Our Core Values</vt:lpstr>
      <vt:lpstr>Our Esteemed Customers</vt:lpstr>
      <vt:lpstr>Product Range</vt:lpstr>
      <vt:lpstr>Product Range- BOLTS AND SCREWS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 Range- Nuts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Washers</vt:lpstr>
      <vt:lpstr>PowerPoint Presentation</vt:lpstr>
      <vt:lpstr>PowerPoint Presentation</vt:lpstr>
      <vt:lpstr>Complete in- house Secondary Operations </vt:lpstr>
      <vt:lpstr>Range of Coatings</vt:lpstr>
      <vt:lpstr>INSPECTION AND TESTING FACILITIES </vt:lpstr>
      <vt:lpstr>PowerPoint Presentation</vt:lpstr>
      <vt:lpstr>KAIZEN- CONTINUOUS IMPROVEMENT APPROACH</vt:lpstr>
      <vt:lpstr>PowerPoint Presentation</vt:lpstr>
      <vt:lpstr>PowerPoint Presentation</vt:lpstr>
      <vt:lpstr>PowerPoint Presentation</vt:lpstr>
      <vt:lpstr>PowerPoint Presentation</vt:lpstr>
      <vt:lpstr>PACKAGING AND DISPATCH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master</dc:creator>
  <cp:lastModifiedBy>Mallika Sahni</cp:lastModifiedBy>
  <cp:revision>193</cp:revision>
  <dcterms:created xsi:type="dcterms:W3CDTF">2019-04-28T07:00:03Z</dcterms:created>
  <dcterms:modified xsi:type="dcterms:W3CDTF">2020-08-11T06:28:44Z</dcterms:modified>
</cp:coreProperties>
</file>